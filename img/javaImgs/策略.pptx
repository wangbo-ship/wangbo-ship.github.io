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-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D61EB2E-936C-4F46-B7F1-E66D424BD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173" y="246221"/>
            <a:ext cx="1699504" cy="58477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mvc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contentnegotiation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favor-parameter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C03524-6BDC-4A89-8C6E-FADB4F0C0183}"/>
              </a:ext>
            </a:extLst>
          </p:cNvPr>
          <p:cNvSpPr txBox="1"/>
          <p:nvPr/>
        </p:nvSpPr>
        <p:spPr>
          <a:xfrm>
            <a:off x="509996" y="0"/>
            <a:ext cx="1937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当在配置文件中开启这个注解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626583B-DFC0-4EE8-8FF7-6CCC1007E373}"/>
              </a:ext>
            </a:extLst>
          </p:cNvPr>
          <p:cNvCxnSpPr/>
          <p:nvPr/>
        </p:nvCxnSpPr>
        <p:spPr>
          <a:xfrm>
            <a:off x="1359017" y="830996"/>
            <a:ext cx="0" cy="55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E0D6323E-ECC8-466A-A1E8-960ADF1A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38" y="1384183"/>
            <a:ext cx="4729180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writeWithMessageConverters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inputMessage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outputMessage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F001318-CA65-48C9-B5F7-75922F376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38" y="2306701"/>
            <a:ext cx="3943708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acceptableTypes = getAcceptableMediaTypes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E7F5308-4E62-4846-8F1C-29B74350ED04}"/>
              </a:ext>
            </a:extLst>
          </p:cNvPr>
          <p:cNvCxnSpPr>
            <a:cxnSpLocks/>
          </p:cNvCxnSpPr>
          <p:nvPr/>
        </p:nvCxnSpPr>
        <p:spPr>
          <a:xfrm>
            <a:off x="1359017" y="1599627"/>
            <a:ext cx="0" cy="707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5">
            <a:extLst>
              <a:ext uri="{FF2B5EF4-FFF2-40B4-BE49-F238E27FC236}">
                <a16:creationId xmlns:a16="http://schemas.microsoft.com/office/drawing/2014/main" id="{932F3BC4-1AD7-432B-911E-639EA6CE7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38" y="3350097"/>
            <a:ext cx="5121915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contentNegotiationManager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.resolveMediaTypes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AF36904-6784-411C-AD86-453D0CD16D3D}"/>
              </a:ext>
            </a:extLst>
          </p:cNvPr>
          <p:cNvCxnSpPr/>
          <p:nvPr/>
        </p:nvCxnSpPr>
        <p:spPr>
          <a:xfrm>
            <a:off x="1359017" y="2522145"/>
            <a:ext cx="0" cy="80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6">
            <a:extLst>
              <a:ext uri="{FF2B5EF4-FFF2-40B4-BE49-F238E27FC236}">
                <a16:creationId xmlns:a16="http://schemas.microsoft.com/office/drawing/2014/main" id="{9F85E259-B9BB-4FAC-8F42-0F8C613F7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38" y="4130113"/>
            <a:ext cx="6412333" cy="15696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HttpMediaTypeNotAcceptableException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ContentNegotiationStrategy strategy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strategies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 = strategy.resolveMediaTypes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mediaTypes.equals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(MEDIA_TYPE_ALL_LIST))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continue;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MEDIA_TYPE_ALL_LIST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A5484A9-F580-442A-91F6-2437F22F24E0}"/>
              </a:ext>
            </a:extLst>
          </p:cNvPr>
          <p:cNvCxnSpPr/>
          <p:nvPr/>
        </p:nvCxnSpPr>
        <p:spPr>
          <a:xfrm>
            <a:off x="1359017" y="3585209"/>
            <a:ext cx="0" cy="573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B0E52D2C-D8BE-41DA-B7F1-5E3914912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602" y="3662812"/>
            <a:ext cx="4219048" cy="647619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3F3F0A96-C823-4EBE-8767-F467B7535A06}"/>
              </a:ext>
            </a:extLst>
          </p:cNvPr>
          <p:cNvSpPr/>
          <p:nvPr/>
        </p:nvSpPr>
        <p:spPr>
          <a:xfrm>
            <a:off x="4043494" y="3871795"/>
            <a:ext cx="3154260" cy="1763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E53926D-7B8D-4ED0-862B-846D102C8E24}"/>
              </a:ext>
            </a:extLst>
          </p:cNvPr>
          <p:cNvSpPr txBox="1"/>
          <p:nvPr/>
        </p:nvSpPr>
        <p:spPr>
          <a:xfrm>
            <a:off x="5474253" y="3446618"/>
            <a:ext cx="18623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多了一个参数内容协商策略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509BC5B-298D-43A2-870B-C6DC9C3DC1FF}"/>
              </a:ext>
            </a:extLst>
          </p:cNvPr>
          <p:cNvCxnSpPr>
            <a:cxnSpLocks/>
          </p:cNvCxnSpPr>
          <p:nvPr/>
        </p:nvCxnSpPr>
        <p:spPr>
          <a:xfrm flipV="1">
            <a:off x="3665989" y="4048110"/>
            <a:ext cx="939567" cy="599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71644762-3376-46AA-A60F-E15AB545AFA3}"/>
              </a:ext>
            </a:extLst>
          </p:cNvPr>
          <p:cNvSpPr/>
          <p:nvPr/>
        </p:nvSpPr>
        <p:spPr>
          <a:xfrm>
            <a:off x="5507373" y="3446619"/>
            <a:ext cx="1829229" cy="2009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E4DBACB-5701-4264-A940-476CA7734A95}"/>
              </a:ext>
            </a:extLst>
          </p:cNvPr>
          <p:cNvCxnSpPr/>
          <p:nvPr/>
        </p:nvCxnSpPr>
        <p:spPr>
          <a:xfrm>
            <a:off x="2990850" y="4762500"/>
            <a:ext cx="0" cy="127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C9D9FE68-6BC6-493A-94D8-51CB95383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124" y="6038850"/>
            <a:ext cx="4168129" cy="95410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HttpMediaTypeNotAcceptableException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resolveMediaTypeKey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getMediaTypeKey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C63C8871-D60B-479D-AA49-3A7A99562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671" y="6169995"/>
            <a:ext cx="3550972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getMediaTypeKey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request.getParameter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getParameterName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E0786AC-59FD-4D22-94A8-01AF67AC3065}"/>
              </a:ext>
            </a:extLst>
          </p:cNvPr>
          <p:cNvCxnSpPr/>
          <p:nvPr/>
        </p:nvCxnSpPr>
        <p:spPr>
          <a:xfrm flipV="1">
            <a:off x="5196114" y="6515903"/>
            <a:ext cx="1828800" cy="117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53F74C92-C4AC-4152-A2F2-5B8DE4CF7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671" y="7370382"/>
            <a:ext cx="4052608" cy="603462"/>
          </a:xfrm>
          <a:prstGeom prst="rect">
            <a:avLst/>
          </a:prstGeom>
        </p:spPr>
      </p:pic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2F345F2-F7B9-4DAB-BBFD-A33662330EC2}"/>
              </a:ext>
            </a:extLst>
          </p:cNvPr>
          <p:cNvCxnSpPr>
            <a:cxnSpLocks/>
          </p:cNvCxnSpPr>
          <p:nvPr/>
        </p:nvCxnSpPr>
        <p:spPr>
          <a:xfrm>
            <a:off x="8155975" y="6699704"/>
            <a:ext cx="0" cy="7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89C3A35-BDC9-4B5E-A1D2-8022EFF1B141}"/>
              </a:ext>
            </a:extLst>
          </p:cNvPr>
          <p:cNvCxnSpPr/>
          <p:nvPr/>
        </p:nvCxnSpPr>
        <p:spPr>
          <a:xfrm>
            <a:off x="2447853" y="6633029"/>
            <a:ext cx="0" cy="7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B8AA1ED7-B3B1-4610-8654-14A1C1589A18}"/>
              </a:ext>
            </a:extLst>
          </p:cNvPr>
          <p:cNvSpPr txBox="1"/>
          <p:nvPr/>
        </p:nvSpPr>
        <p:spPr>
          <a:xfrm>
            <a:off x="3716671" y="2860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http://localhost:8080/h7?format=xml</a:t>
            </a:r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3E69F037-E11E-47BC-851B-365503ED3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192" y="7247272"/>
            <a:ext cx="5402441" cy="243143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resolveMediaTypeKey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HttpMediaTypeNotAcceptableException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通过判断是否</a:t>
            </a: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位空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hasText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从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medisTypesmap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集合中寻找当前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key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的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value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值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初始化的时候放入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json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xml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两个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map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mediaType = lookupMediaType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handleMatch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Collections.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singletonList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= handleNoMatch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addMapping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Collections.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singletonList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如果没有就返回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/*/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MEDIA_TYPE_ALL_LIST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931A335-17CB-4AE0-869F-2ECB6BE3E257}"/>
              </a:ext>
            </a:extLst>
          </p:cNvPr>
          <p:cNvCxnSpPr/>
          <p:nvPr/>
        </p:nvCxnSpPr>
        <p:spPr>
          <a:xfrm>
            <a:off x="6156652" y="13584174"/>
            <a:ext cx="1048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0E901D6-DE1D-4B1E-A3BC-1C59BADDA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354" y="3886"/>
            <a:ext cx="6187912" cy="132343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favorParameter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ParameterContentNegotiationStrategy strategy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ParameterContentNegotiationStrategy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strategy.setParameterName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parameterName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useRegisteredExtensionsOnly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strategy.setUseRegisteredExtensionsOnly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useRegisteredExtensionsOnly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strategy.setUseRegisteredExtensionsOnly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backwards compatibility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strategies.add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0D395E9-74D9-4F43-A4B0-C2F18215997D}"/>
              </a:ext>
            </a:extLst>
          </p:cNvPr>
          <p:cNvCxnSpPr/>
          <p:nvPr/>
        </p:nvCxnSpPr>
        <p:spPr>
          <a:xfrm>
            <a:off x="2324192" y="731520"/>
            <a:ext cx="51731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D7E9C91-B1E5-47C0-8164-C1B47FA60807}"/>
              </a:ext>
            </a:extLst>
          </p:cNvPr>
          <p:cNvSpPr txBox="1"/>
          <p:nvPr/>
        </p:nvSpPr>
        <p:spPr>
          <a:xfrm>
            <a:off x="3699109" y="746859"/>
            <a:ext cx="20547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开启这个属性</a:t>
            </a:r>
            <a:r>
              <a:rPr lang="en-US" altLang="zh-CN" sz="1000"/>
              <a:t>,</a:t>
            </a:r>
            <a:r>
              <a:rPr lang="zh-CN" altLang="en-US" sz="1000"/>
              <a:t>就进行初始化操作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28FA6-999B-418D-B7E6-0CBFFBEBB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920" y="1340117"/>
            <a:ext cx="5234125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producibleTypes = getProducibleMediaTypes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2CF9892-7C55-4C91-A493-B86CB071EB35}"/>
              </a:ext>
            </a:extLst>
          </p:cNvPr>
          <p:cNvSpPr/>
          <p:nvPr/>
        </p:nvSpPr>
        <p:spPr>
          <a:xfrm>
            <a:off x="5094518" y="1428827"/>
            <a:ext cx="3074457" cy="45719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A7BFEE6-639C-4428-9CF5-DA45770634F3}"/>
              </a:ext>
            </a:extLst>
          </p:cNvPr>
          <p:cNvCxnSpPr/>
          <p:nvPr/>
        </p:nvCxnSpPr>
        <p:spPr>
          <a:xfrm>
            <a:off x="10591310" y="1491905"/>
            <a:ext cx="0" cy="814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">
            <a:extLst>
              <a:ext uri="{FF2B5EF4-FFF2-40B4-BE49-F238E27FC236}">
                <a16:creationId xmlns:a16="http://schemas.microsoft.com/office/drawing/2014/main" id="{0B3DEE6D-0B9D-44EE-A73B-50DE9F591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8975" y="2306701"/>
            <a:ext cx="5907386" cy="329320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getProducibleMediaTypes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valueClass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 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 =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request.getAttribute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HandlerMapping.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PRODUCIBLE_MEDIA_TYPES_ATTRIBUTE)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!CollectionUtils.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&lt;&gt;(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allSupportedMediaTypes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&lt;&gt;()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HttpMessageConverter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messageConverters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GenericHttpMessageConverter &amp;&amp; targetType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GenericHttpMessageConverter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.canWrite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valueClass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result.addAll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converter.getSupportedMediaTypes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converter.canWrite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valueClass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result.addAll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converter.getSupportedMediaTypes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Collections.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singletonList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ALL)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F06A6A-3A15-43B9-8AE5-B8159D7D43A9}"/>
              </a:ext>
            </a:extLst>
          </p:cNvPr>
          <p:cNvSpPr/>
          <p:nvPr/>
        </p:nvSpPr>
        <p:spPr>
          <a:xfrm>
            <a:off x="10832982" y="3585209"/>
            <a:ext cx="1259903" cy="1076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A9BD1E7-BB86-4F25-9DA7-8D2C77931253}"/>
              </a:ext>
            </a:extLst>
          </p:cNvPr>
          <p:cNvCxnSpPr>
            <a:stCxn id="22" idx="2"/>
          </p:cNvCxnSpPr>
          <p:nvPr/>
        </p:nvCxnSpPr>
        <p:spPr>
          <a:xfrm>
            <a:off x="11462934" y="3692839"/>
            <a:ext cx="52791" cy="2136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44F84D44-CC7C-42F1-A02D-4A84857B7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505" y="5812004"/>
            <a:ext cx="4276190" cy="2361905"/>
          </a:xfrm>
          <a:prstGeom prst="rect">
            <a:avLst/>
          </a:prstGeom>
        </p:spPr>
      </p:pic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6AA6C2F7-8AC9-40C4-A442-53A1D59B7DC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49348" y="4737357"/>
            <a:ext cx="8382208" cy="212652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C2C6039-6272-4697-A074-0BA31BAB9A43}"/>
              </a:ext>
            </a:extLst>
          </p:cNvPr>
          <p:cNvCxnSpPr>
            <a:cxnSpLocks/>
          </p:cNvCxnSpPr>
          <p:nvPr/>
        </p:nvCxnSpPr>
        <p:spPr>
          <a:xfrm>
            <a:off x="4605556" y="1491905"/>
            <a:ext cx="3471631" cy="1176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08238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C1362307-8C37-4708-BDD8-3034088B2B84}" vid="{427945C1-03DE-4FCB-9144-F1300B952A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642</TotalTime>
  <Words>736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11</cp:revision>
  <dcterms:created xsi:type="dcterms:W3CDTF">2021-02-26T06:55:21Z</dcterms:created>
  <dcterms:modified xsi:type="dcterms:W3CDTF">2021-02-28T13:40:06Z</dcterms:modified>
</cp:coreProperties>
</file>