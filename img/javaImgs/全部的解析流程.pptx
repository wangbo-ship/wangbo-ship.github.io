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7" autoAdjust="0"/>
    <p:restoredTop sz="94660"/>
  </p:normalViewPr>
  <p:slideViewPr>
    <p:cSldViewPr snapToGrid="0">
      <p:cViewPr>
        <p:scale>
          <a:sx n="75" d="100"/>
          <a:sy n="75" d="100"/>
        </p:scale>
        <p:origin x="1668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AC06B0-E902-4F72-9B24-EE35F058E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84DFEA-8BE2-49D7-92B2-DC92BEEBC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3E81C7-77B0-48AA-9319-A2BED3584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8880EE-EC4A-47A8-A5A0-EDEE5807B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B5F6F8-6D36-486A-9EDD-50A90C387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704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D3946-E763-4118-8D2A-FA02AA1F2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986E92-DC06-4585-9BDC-2BCBED1EB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46A57A-462F-40C0-9384-0BE456C42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6EC460-FA13-401B-A65E-A09A7AAC1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A2F905-AF6C-4073-81C9-840991C6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301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78B19-B3E8-46EC-820B-7D8D30172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EC1001-0B6E-4208-B6C7-DB34CA841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92C8F8-0121-4422-AD6F-F69601CB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50B4A9-B5E0-4991-BDA4-E82BC5DBD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59F6D1-B4DC-4C3E-B10C-F6553F09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059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0E08C6-B51C-4C6B-870A-3FD6A52E4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50D0FD-2867-405D-8CB5-75F64C7CCD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9BC6CA-80BF-424D-A0C5-511FAA1F2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C17110-F47A-43D2-91F1-24A691D7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9A4563-FB4E-40B8-9413-99EC15AD2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C4C18A-1B2B-43F6-BE7D-B9E7FB38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327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3833B-CECC-4209-8435-F07DC4F1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9943CA-2904-4380-BE4B-F6732A958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EAFEA1-0E1E-4967-9ADF-39B695CD2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ECF7F9-E322-47E0-AA42-01E504E6D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95A9274-915B-4212-9E04-85CBDF6EC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B414A8E-D6F8-4AA6-A50F-195947D3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6B9DA71-4DB4-44C1-800E-F76702596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B3E668-FFC0-49D1-8188-EBA10A23E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394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680C7E-D9DF-496A-B4D7-3DCE9B8A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33235B-CF7D-4E13-A40C-5BC5C340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60EF1D-2E9F-4422-A312-1465C6870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E9CC41-FDA5-440D-843F-FAC431DD0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083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CA0414E-A40B-4671-B2E5-B55090170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5023F2-EA3D-4A4B-A8BC-FC03438C6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F0ADCB-D5EE-4CB6-B687-F709B810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080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FFD43-92F4-494C-87C7-BC14E67B6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8BFA2B-AAC8-4CA7-9284-0959BB50F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625843-B68E-45A7-AA03-C56F6CEC1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329793-F974-4BEF-A9B5-C83440F9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F0B8B9-FFCB-4DE0-82D1-260F57574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B92629-7F9A-449F-847C-231740F7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55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AB489-210F-4B92-8633-07B5DC0B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3CAF489-D332-4AE4-A7C2-F8AB457BD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71D03D-DA97-4778-9C3B-4C7F22207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E54B1B-AA67-4C55-9E7B-B8E9E185D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7C7D24-8036-4A60-A787-6F63FEEB5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FD6CC5-E69E-4248-A9F5-5DB25955E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150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748BFB-78D0-452D-BDA3-702BD9EF6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F5E2F7-69B2-4922-A677-71EA566D7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56800-FA0E-480B-93FB-F4F79128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F323D3-C80E-4FCE-AC59-76E23E62F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DB2B0D-7748-4EE2-A0CB-15E3936F5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028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2C90578-6D5E-4625-BE72-AB91980989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86027F-1D69-4DA3-B9D9-F9DBC7EFB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F412BD-11B9-44D1-A387-D6DB361F4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AE32E5-0177-4BB9-BF81-5B85392A8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4B56C1-B2DF-4AA3-B9B6-F32EFE5D7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49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AC09A32-CBE1-45C7-84F7-B15034B71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06DB6C-D3B3-4EDF-8792-8AEABAD0E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892BD2-EA49-4DE5-96AD-B9C1F326FF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26698-D881-456C-B599-7E7D35B867C8}" type="datetimeFigureOut">
              <a:rPr lang="zh-CN" altLang="en-US" smtClean="0"/>
              <a:t>2021/3/1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56ED75-4C84-4E5A-BDB8-59B8A07042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EDEECA-3D5E-4056-9E37-1A3FEEC0C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82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0EFACAB-5925-4B45-9992-0641FA3CD73C}"/>
              </a:ext>
            </a:extLst>
          </p:cNvPr>
          <p:cNvSpPr txBox="1"/>
          <p:nvPr/>
        </p:nvSpPr>
        <p:spPr>
          <a:xfrm>
            <a:off x="5384335" y="-770066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en-US" altLang="zh-CN" sz="1000"/>
              <a:t>springmvc</a:t>
            </a:r>
            <a:r>
              <a:rPr lang="zh-CN" altLang="en-US" sz="1000"/>
              <a:t>处理总流程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EAB13D-57AC-4C50-A714-5467803B7F84}"/>
              </a:ext>
            </a:extLst>
          </p:cNvPr>
          <p:cNvSpPr txBox="1"/>
          <p:nvPr/>
        </p:nvSpPr>
        <p:spPr>
          <a:xfrm>
            <a:off x="5436066" y="843093"/>
            <a:ext cx="914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发现用来进行处理的处理器</a:t>
            </a:r>
            <a:r>
              <a:rPr lang="en-US" altLang="zh-CN" sz="1000"/>
              <a:t>,</a:t>
            </a:r>
            <a:r>
              <a:rPr lang="zh-CN" altLang="en-US" sz="1000"/>
              <a:t>比如自己的</a:t>
            </a:r>
            <a:r>
              <a:rPr lang="en-US" altLang="zh-CN" sz="1000"/>
              <a:t>ctroller</a:t>
            </a:r>
            <a:r>
              <a:rPr lang="zh-CN" altLang="en-US" sz="1000"/>
              <a:t>方法中的处理器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E988BDB-DD28-4521-A79D-6231B06989A1}"/>
              </a:ext>
            </a:extLst>
          </p:cNvPr>
          <p:cNvCxnSpPr/>
          <p:nvPr/>
        </p:nvCxnSpPr>
        <p:spPr>
          <a:xfrm>
            <a:off x="5745062" y="-432874"/>
            <a:ext cx="0" cy="505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D6635DB6-A776-45D2-B486-02E08C04F03D}"/>
              </a:ext>
            </a:extLst>
          </p:cNvPr>
          <p:cNvCxnSpPr/>
          <p:nvPr/>
        </p:nvCxnSpPr>
        <p:spPr>
          <a:xfrm>
            <a:off x="6096000" y="1057013"/>
            <a:ext cx="15295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AC23876D-9603-44BE-86A1-BD2CD5569C47}"/>
              </a:ext>
            </a:extLst>
          </p:cNvPr>
          <p:cNvSpPr txBox="1"/>
          <p:nvPr/>
        </p:nvSpPr>
        <p:spPr>
          <a:xfrm>
            <a:off x="7625593" y="535316"/>
            <a:ext cx="9144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底部遍历所有</a:t>
            </a:r>
            <a:r>
              <a:rPr lang="en-US" altLang="zh-CN" sz="1000"/>
              <a:t>handler</a:t>
            </a:r>
            <a:r>
              <a:rPr lang="zh-CN" altLang="en-US" sz="1000"/>
              <a:t>处理器中的所有请求</a:t>
            </a:r>
            <a:r>
              <a:rPr lang="en-US" altLang="zh-CN" sz="1000"/>
              <a:t>,</a:t>
            </a:r>
            <a:r>
              <a:rPr lang="zh-CN" altLang="en-US" sz="1000"/>
              <a:t>找到一个可以用来 处理请求的对象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A419B04-C43E-487E-B9D1-952EA77AEA92}"/>
              </a:ext>
            </a:extLst>
          </p:cNvPr>
          <p:cNvCxnSpPr/>
          <p:nvPr/>
        </p:nvCxnSpPr>
        <p:spPr>
          <a:xfrm>
            <a:off x="5796793" y="1325461"/>
            <a:ext cx="0" cy="671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13E80870-7D5C-48B1-869A-2A2B38DC5CE1}"/>
              </a:ext>
            </a:extLst>
          </p:cNvPr>
          <p:cNvSpPr txBox="1"/>
          <p:nvPr/>
        </p:nvSpPr>
        <p:spPr>
          <a:xfrm>
            <a:off x="5436066" y="199658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拦截器的</a:t>
            </a:r>
            <a:r>
              <a:rPr lang="en-US" altLang="zh-CN" sz="1000"/>
              <a:t>prehandler</a:t>
            </a:r>
            <a:endParaRPr lang="zh-CN" altLang="en-US" sz="100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8F23528B-16C6-4B14-9E05-9CD802B91C1B}"/>
              </a:ext>
            </a:extLst>
          </p:cNvPr>
          <p:cNvCxnSpPr>
            <a:cxnSpLocks/>
          </p:cNvCxnSpPr>
          <p:nvPr/>
        </p:nvCxnSpPr>
        <p:spPr>
          <a:xfrm>
            <a:off x="5847126" y="2396690"/>
            <a:ext cx="0" cy="791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BD90FE63-206D-43B3-9FD7-484753459843}"/>
              </a:ext>
            </a:extLst>
          </p:cNvPr>
          <p:cNvSpPr txBox="1"/>
          <p:nvPr/>
        </p:nvSpPr>
        <p:spPr>
          <a:xfrm>
            <a:off x="5528346" y="3187817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执行当前处理器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7144024-76E6-457D-8893-AD77A4A2A23D}"/>
              </a:ext>
            </a:extLst>
          </p:cNvPr>
          <p:cNvCxnSpPr>
            <a:stCxn id="19" idx="1"/>
          </p:cNvCxnSpPr>
          <p:nvPr/>
        </p:nvCxnSpPr>
        <p:spPr>
          <a:xfrm flipH="1">
            <a:off x="4261607" y="3387872"/>
            <a:ext cx="12667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197A40DF-F767-43C7-9D76-327F30E85234}"/>
              </a:ext>
            </a:extLst>
          </p:cNvPr>
          <p:cNvSpPr txBox="1"/>
          <p:nvPr/>
        </p:nvSpPr>
        <p:spPr>
          <a:xfrm>
            <a:off x="3523377" y="3033929"/>
            <a:ext cx="91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遍历当前处理器方法中每一个参数</a:t>
            </a:r>
            <a:r>
              <a:rPr lang="en-US" altLang="zh-CN" sz="1000"/>
              <a:t>,</a:t>
            </a:r>
            <a:r>
              <a:rPr lang="zh-CN" altLang="en-US" sz="1000"/>
              <a:t>进行赋值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E0E51446-D5A8-4085-86AF-70DEC2ED73E6}"/>
              </a:ext>
            </a:extLst>
          </p:cNvPr>
          <p:cNvCxnSpPr>
            <a:cxnSpLocks/>
          </p:cNvCxnSpPr>
          <p:nvPr/>
        </p:nvCxnSpPr>
        <p:spPr>
          <a:xfrm>
            <a:off x="3896687" y="3683092"/>
            <a:ext cx="0" cy="813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2F4ED3B1-001A-4291-B15E-1045B04B4EA6}"/>
              </a:ext>
            </a:extLst>
          </p:cNvPr>
          <p:cNvSpPr txBox="1"/>
          <p:nvPr/>
        </p:nvSpPr>
        <p:spPr>
          <a:xfrm>
            <a:off x="3527573" y="4455998"/>
            <a:ext cx="914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然后执行方法</a:t>
            </a:r>
            <a:r>
              <a:rPr lang="en-US" altLang="zh-CN" sz="1000"/>
              <a:t>,</a:t>
            </a:r>
            <a:r>
              <a:rPr lang="zh-CN" altLang="en-US" sz="1000"/>
              <a:t>获取返回值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F813401B-DEB7-4F85-B7DA-F3090AD09CFE}"/>
              </a:ext>
            </a:extLst>
          </p:cNvPr>
          <p:cNvCxnSpPr>
            <a:cxnSpLocks/>
          </p:cNvCxnSpPr>
          <p:nvPr/>
        </p:nvCxnSpPr>
        <p:spPr>
          <a:xfrm>
            <a:off x="3896687" y="4899171"/>
            <a:ext cx="0" cy="774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6A928940-2EF0-4955-99ED-9FB8973ADBC3}"/>
              </a:ext>
            </a:extLst>
          </p:cNvPr>
          <p:cNvSpPr txBox="1"/>
          <p:nvPr/>
        </p:nvSpPr>
        <p:spPr>
          <a:xfrm>
            <a:off x="3523377" y="5621028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遍历寻找返回值处理器</a:t>
            </a: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EC74C29B-AC08-405B-B7EF-25FE3C5CC4A4}"/>
              </a:ext>
            </a:extLst>
          </p:cNvPr>
          <p:cNvCxnSpPr>
            <a:cxnSpLocks/>
          </p:cNvCxnSpPr>
          <p:nvPr/>
        </p:nvCxnSpPr>
        <p:spPr>
          <a:xfrm flipH="1">
            <a:off x="2885813" y="5814852"/>
            <a:ext cx="7004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4A03200D-73C6-45FA-B13D-AD0C143104B2}"/>
              </a:ext>
            </a:extLst>
          </p:cNvPr>
          <p:cNvCxnSpPr/>
          <p:nvPr/>
        </p:nvCxnSpPr>
        <p:spPr>
          <a:xfrm>
            <a:off x="4261607" y="5821083"/>
            <a:ext cx="7717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981ADE04-4694-48AB-89AC-5F9783407000}"/>
              </a:ext>
            </a:extLst>
          </p:cNvPr>
          <p:cNvSpPr txBox="1"/>
          <p:nvPr/>
        </p:nvSpPr>
        <p:spPr>
          <a:xfrm>
            <a:off x="4927135" y="5614797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如果返回的是</a:t>
            </a:r>
            <a:r>
              <a:rPr lang="en-US" altLang="zh-CN" sz="1000"/>
              <a:t>String</a:t>
            </a:r>
            <a:r>
              <a:rPr lang="zh-CN" altLang="en-US" sz="1000"/>
              <a:t>类型</a:t>
            </a: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4F55DFB5-FDC6-4884-82EE-7D8D3A220823}"/>
              </a:ext>
            </a:extLst>
          </p:cNvPr>
          <p:cNvCxnSpPr/>
          <p:nvPr/>
        </p:nvCxnSpPr>
        <p:spPr>
          <a:xfrm>
            <a:off x="5670958" y="5814852"/>
            <a:ext cx="7717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7E64372C-3FD6-4942-90E3-D289B1C2B0D3}"/>
              </a:ext>
            </a:extLst>
          </p:cNvPr>
          <p:cNvSpPr txBox="1"/>
          <p:nvPr/>
        </p:nvSpPr>
        <p:spPr>
          <a:xfrm>
            <a:off x="6350466" y="5523988"/>
            <a:ext cx="914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将</a:t>
            </a:r>
            <a:r>
              <a:rPr lang="en-US" altLang="zh-CN" sz="1000"/>
              <a:t>viewName</a:t>
            </a:r>
            <a:r>
              <a:rPr lang="zh-CN" altLang="en-US" sz="1000"/>
              <a:t>封装到</a:t>
            </a:r>
            <a:r>
              <a:rPr lang="en-US" altLang="zh-CN" sz="1000"/>
              <a:t>modelAndView</a:t>
            </a:r>
            <a:r>
              <a:rPr lang="zh-CN" altLang="en-US" sz="1000"/>
              <a:t>中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92E158B-6135-48DD-B810-C27A5ED65BC3}"/>
              </a:ext>
            </a:extLst>
          </p:cNvPr>
          <p:cNvSpPr txBox="1"/>
          <p:nvPr/>
        </p:nvSpPr>
        <p:spPr>
          <a:xfrm>
            <a:off x="2051809" y="5614797"/>
            <a:ext cx="914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如果是</a:t>
            </a:r>
            <a:r>
              <a:rPr lang="en-US" altLang="zh-CN" sz="1000"/>
              <a:t>responseBody</a:t>
            </a:r>
            <a:r>
              <a:rPr lang="zh-CN" altLang="en-US" sz="1000"/>
              <a:t>进行处理</a:t>
            </a: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69B4BD00-7ECB-4B12-B65D-03F0298BCBC4}"/>
              </a:ext>
            </a:extLst>
          </p:cNvPr>
          <p:cNvCxnSpPr>
            <a:cxnSpLocks/>
          </p:cNvCxnSpPr>
          <p:nvPr/>
        </p:nvCxnSpPr>
        <p:spPr>
          <a:xfrm>
            <a:off x="2509009" y="6014907"/>
            <a:ext cx="0" cy="466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DEB92F3E-A38F-48AA-A84E-39E2B48E93AD}"/>
              </a:ext>
            </a:extLst>
          </p:cNvPr>
          <p:cNvSpPr txBox="1"/>
          <p:nvPr/>
        </p:nvSpPr>
        <p:spPr>
          <a:xfrm>
            <a:off x="2128009" y="6481804"/>
            <a:ext cx="914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将数据进行转换</a:t>
            </a:r>
            <a:r>
              <a:rPr lang="en-US" altLang="zh-CN" sz="1000"/>
              <a:t>format/</a:t>
            </a:r>
            <a:r>
              <a:rPr lang="zh-CN" altLang="en-US" sz="1000"/>
              <a:t>请求中</a:t>
            </a:r>
            <a:r>
              <a:rPr lang="en-US" altLang="zh-CN" sz="1000"/>
              <a:t>appect</a:t>
            </a:r>
            <a:r>
              <a:rPr lang="zh-CN" altLang="en-US" sz="1000"/>
              <a:t>方式获取最适合的转换方式</a:t>
            </a: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08FE18D7-AD89-475E-962D-8CC2EEE8ECCA}"/>
              </a:ext>
            </a:extLst>
          </p:cNvPr>
          <p:cNvCxnSpPr>
            <a:cxnSpLocks/>
          </p:cNvCxnSpPr>
          <p:nvPr/>
        </p:nvCxnSpPr>
        <p:spPr>
          <a:xfrm>
            <a:off x="2510675" y="7352324"/>
            <a:ext cx="0" cy="688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F0758EA8-B244-4076-ACF5-B641E7489ECD}"/>
              </a:ext>
            </a:extLst>
          </p:cNvPr>
          <p:cNvSpPr txBox="1"/>
          <p:nvPr/>
        </p:nvSpPr>
        <p:spPr>
          <a:xfrm>
            <a:off x="2105773" y="7967877"/>
            <a:ext cx="914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将返回值数据进行转换</a:t>
            </a:r>
            <a:r>
              <a:rPr lang="en-US" altLang="zh-CN" sz="1000"/>
              <a:t>,</a:t>
            </a:r>
            <a:r>
              <a:rPr lang="zh-CN" altLang="en-US" sz="1000"/>
              <a:t>放入</a:t>
            </a:r>
            <a:r>
              <a:rPr lang="en-US" altLang="zh-CN" sz="1000"/>
              <a:t>response</a:t>
            </a:r>
            <a:r>
              <a:rPr lang="zh-CN" altLang="en-US" sz="1000"/>
              <a:t>中的缓存区中</a:t>
            </a: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20E61C21-11BE-4F62-BFD8-397A61F11D60}"/>
              </a:ext>
            </a:extLst>
          </p:cNvPr>
          <p:cNvCxnSpPr/>
          <p:nvPr/>
        </p:nvCxnSpPr>
        <p:spPr>
          <a:xfrm>
            <a:off x="3980577" y="5891796"/>
            <a:ext cx="0" cy="966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9CCD04F6-0DC7-498A-A745-2373319602DB}"/>
              </a:ext>
            </a:extLst>
          </p:cNvPr>
          <p:cNvSpPr txBox="1"/>
          <p:nvPr/>
        </p:nvSpPr>
        <p:spPr>
          <a:xfrm>
            <a:off x="3586294" y="6798326"/>
            <a:ext cx="914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进行拦截器的</a:t>
            </a:r>
            <a:r>
              <a:rPr lang="en-US" altLang="zh-CN" sz="1000"/>
              <a:t>posthandler</a:t>
            </a:r>
            <a:r>
              <a:rPr lang="zh-CN" altLang="en-US" sz="1000"/>
              <a:t>请求</a:t>
            </a: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EE80A763-2486-40D4-BA24-3A42E38462CC}"/>
              </a:ext>
            </a:extLst>
          </p:cNvPr>
          <p:cNvCxnSpPr/>
          <p:nvPr/>
        </p:nvCxnSpPr>
        <p:spPr>
          <a:xfrm>
            <a:off x="3980577" y="7267018"/>
            <a:ext cx="0" cy="6155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B75E636C-16FF-46D3-8E53-48F069296463}"/>
              </a:ext>
            </a:extLst>
          </p:cNvPr>
          <p:cNvSpPr txBox="1"/>
          <p:nvPr/>
        </p:nvSpPr>
        <p:spPr>
          <a:xfrm>
            <a:off x="3586294" y="7882571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进行视图解析流程</a:t>
            </a:r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0504FF62-701C-4571-924F-460096939F3D}"/>
              </a:ext>
            </a:extLst>
          </p:cNvPr>
          <p:cNvCxnSpPr/>
          <p:nvPr/>
        </p:nvCxnSpPr>
        <p:spPr>
          <a:xfrm>
            <a:off x="4261607" y="8040914"/>
            <a:ext cx="11227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7E12E250-EB0D-4EE0-9983-A3A8F7F03955}"/>
              </a:ext>
            </a:extLst>
          </p:cNvPr>
          <p:cNvSpPr txBox="1"/>
          <p:nvPr/>
        </p:nvSpPr>
        <p:spPr>
          <a:xfrm>
            <a:off x="5339593" y="7841986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通过遍历每一个解析器</a:t>
            </a: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92A03A2C-E387-41F5-94EC-5AA140F87A71}"/>
              </a:ext>
            </a:extLst>
          </p:cNvPr>
          <p:cNvCxnSpPr/>
          <p:nvPr/>
        </p:nvCxnSpPr>
        <p:spPr>
          <a:xfrm>
            <a:off x="6056852" y="8036366"/>
            <a:ext cx="12080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图片 64">
            <a:extLst>
              <a:ext uri="{FF2B5EF4-FFF2-40B4-BE49-F238E27FC236}">
                <a16:creationId xmlns:a16="http://schemas.microsoft.com/office/drawing/2014/main" id="{ABC8B921-B0DB-4ABE-8249-6A70ECBAD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866" y="6682333"/>
            <a:ext cx="7780952" cy="202857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2233244-4ED3-4B7A-BB99-7916EACDBE51}"/>
              </a:ext>
            </a:extLst>
          </p:cNvPr>
          <p:cNvSpPr txBox="1"/>
          <p:nvPr/>
        </p:nvSpPr>
        <p:spPr>
          <a:xfrm>
            <a:off x="5436066" y="13228"/>
            <a:ext cx="91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来解析</a:t>
            </a:r>
            <a:r>
              <a:rPr lang="en-US" altLang="zh-CN" sz="1000"/>
              <a:t>request</a:t>
            </a:r>
            <a:r>
              <a:rPr lang="zh-CN" altLang="en-US" sz="1000"/>
              <a:t>中的请求是否是文件传输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87E9982-60C3-4D79-980D-24C6686FA458}"/>
              </a:ext>
            </a:extLst>
          </p:cNvPr>
          <p:cNvCxnSpPr/>
          <p:nvPr/>
        </p:nvCxnSpPr>
        <p:spPr>
          <a:xfrm>
            <a:off x="5745062" y="535316"/>
            <a:ext cx="0" cy="307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4E0D2E0-D5F3-4788-A06C-E2BC2E77EC20}"/>
              </a:ext>
            </a:extLst>
          </p:cNvPr>
          <p:cNvCxnSpPr/>
          <p:nvPr/>
        </p:nvCxnSpPr>
        <p:spPr>
          <a:xfrm>
            <a:off x="6253993" y="228600"/>
            <a:ext cx="12771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0C8C0927-DB9C-4570-A384-AAE7429ACA9E}"/>
              </a:ext>
            </a:extLst>
          </p:cNvPr>
          <p:cNvSpPr txBox="1"/>
          <p:nvPr/>
        </p:nvSpPr>
        <p:spPr>
          <a:xfrm>
            <a:off x="7434627" y="-218967"/>
            <a:ext cx="914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如果是就把所有有关文件上传的参数封装到集合中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95E5E4E-9ED5-4540-A9AA-D66203D82C73}"/>
              </a:ext>
            </a:extLst>
          </p:cNvPr>
          <p:cNvCxnSpPr/>
          <p:nvPr/>
        </p:nvCxnSpPr>
        <p:spPr>
          <a:xfrm>
            <a:off x="8082793" y="211920"/>
            <a:ext cx="12644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CA73C9C6-2A78-49E5-BE49-644EC12F6B70}"/>
              </a:ext>
            </a:extLst>
          </p:cNvPr>
          <p:cNvSpPr txBox="1"/>
          <p:nvPr/>
        </p:nvSpPr>
        <p:spPr>
          <a:xfrm>
            <a:off x="9220664" y="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包装成文件处理的请求</a:t>
            </a:r>
          </a:p>
        </p:txBody>
      </p:sp>
    </p:spTree>
    <p:extLst>
      <p:ext uri="{BB962C8B-B14F-4D97-AF65-F5344CB8AC3E}">
        <p14:creationId xmlns:p14="http://schemas.microsoft.com/office/powerpoint/2010/main" val="429152071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00000"/>
        </a:solidFill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 latinLnBrk="1">
          <a:defRPr sz="10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主题1" id="{D577E29E-AE51-4EF0-A686-E85B626937A9}" vid="{E9AB96C3-DB1F-4A43-B8A4-7127552CCE6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439</TotalTime>
  <Words>166</Words>
  <Application>Microsoft Office PowerPoint</Application>
  <PresentationFormat>宽屏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主题1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江 豪迪</dc:creator>
  <cp:lastModifiedBy>江 豪迪</cp:lastModifiedBy>
  <cp:revision>7</cp:revision>
  <dcterms:created xsi:type="dcterms:W3CDTF">2021-02-28T06:21:22Z</dcterms:created>
  <dcterms:modified xsi:type="dcterms:W3CDTF">2021-03-01T05:00:15Z</dcterms:modified>
</cp:coreProperties>
</file>