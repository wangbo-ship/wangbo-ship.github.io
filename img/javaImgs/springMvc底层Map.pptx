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91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1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066DAC9-316A-402C-9357-981B3266A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12022" y="1317672"/>
            <a:ext cx="5009705" cy="169277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result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resolver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resolver.supportsParameter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 resolver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放入缓存器中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.put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break;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E8744CF-CD46-4DAA-A8D9-5948C2D86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28132" y="0"/>
            <a:ext cx="2597186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6D7C05F-4794-468B-B0F5-D66A53DCD631}"/>
              </a:ext>
            </a:extLst>
          </p:cNvPr>
          <p:cNvCxnSpPr>
            <a:cxnSpLocks/>
          </p:cNvCxnSpPr>
          <p:nvPr/>
        </p:nvCxnSpPr>
        <p:spPr>
          <a:xfrm>
            <a:off x="-87291" y="215444"/>
            <a:ext cx="0" cy="1163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>
            <a:extLst>
              <a:ext uri="{FF2B5EF4-FFF2-40B4-BE49-F238E27FC236}">
                <a16:creationId xmlns:a16="http://schemas.microsoft.com/office/drawing/2014/main" id="{47CD28A0-686A-4A48-8CAF-289BFFF4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10" y="0"/>
            <a:ext cx="5739072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dataBinderFactory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F6B8F24-BF4D-492C-B2E6-433AD968044A}"/>
              </a:ext>
            </a:extLst>
          </p:cNvPr>
          <p:cNvCxnSpPr/>
          <p:nvPr/>
        </p:nvCxnSpPr>
        <p:spPr>
          <a:xfrm>
            <a:off x="-87291" y="2948887"/>
            <a:ext cx="0" cy="1061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E02F6AA-F195-453F-8A1A-776956F0D8CC}"/>
              </a:ext>
            </a:extLst>
          </p:cNvPr>
          <p:cNvSpPr txBox="1"/>
          <p:nvPr/>
        </p:nvSpPr>
        <p:spPr>
          <a:xfrm>
            <a:off x="1771560" y="1946247"/>
            <a:ext cx="929695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当</a:t>
            </a:r>
            <a:r>
              <a:rPr lang="en-US" altLang="zh-CN" sz="1000"/>
              <a:t>resolver=MapMethodProcessor</a:t>
            </a:r>
            <a:endParaRPr lang="zh-CN" altLang="en-US" sz="100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339704E-106C-4F89-9DD8-E1B0126B2285}"/>
              </a:ext>
            </a:extLst>
          </p:cNvPr>
          <p:cNvCxnSpPr>
            <a:cxnSpLocks/>
          </p:cNvCxnSpPr>
          <p:nvPr/>
        </p:nvCxnSpPr>
        <p:spPr>
          <a:xfrm>
            <a:off x="939567" y="2013358"/>
            <a:ext cx="831993" cy="150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5">
            <a:extLst>
              <a:ext uri="{FF2B5EF4-FFF2-40B4-BE49-F238E27FC236}">
                <a16:creationId xmlns:a16="http://schemas.microsoft.com/office/drawing/2014/main" id="{8716F855-3A04-4618-A026-2E261943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4910" y="3697172"/>
            <a:ext cx="4055919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如果参数的类型是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Map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类型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或者没有注解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那么就符合这个解释器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.isAssignableFrom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parameter.getParameterAnnotations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length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26B4D52-66C8-4196-8C01-8157066658E0}"/>
              </a:ext>
            </a:extLst>
          </p:cNvPr>
          <p:cNvCxnSpPr/>
          <p:nvPr/>
        </p:nvCxnSpPr>
        <p:spPr>
          <a:xfrm>
            <a:off x="-87291" y="1946247"/>
            <a:ext cx="0" cy="1787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51E2C73-F51F-486B-A730-0BFFA1221B60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869054" y="107722"/>
            <a:ext cx="4457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FC52AC9-EFFD-4F0D-94DD-D224FD4FA62B}"/>
              </a:ext>
            </a:extLst>
          </p:cNvPr>
          <p:cNvSpPr txBox="1"/>
          <p:nvPr/>
        </p:nvSpPr>
        <p:spPr>
          <a:xfrm>
            <a:off x="2049026" y="113686"/>
            <a:ext cx="27662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如果有解析器支持</a:t>
            </a:r>
            <a:r>
              <a:rPr lang="en-US" altLang="zh-CN" sz="1000"/>
              <a:t>,</a:t>
            </a:r>
            <a:r>
              <a:rPr lang="zh-CN" altLang="en-US" sz="1000"/>
              <a:t>就执行这个解析器传入参数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FD06FC85-78B3-41F7-BCA1-8557CAE98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10" y="1067048"/>
            <a:ext cx="5907386" cy="144655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 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获取用来处理的解析器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由于刚才已经放入缓存中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直接缓存中取了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resolver = 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"Unsupported parameter type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"]. supportsParameter should be called first."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真正的用来执行</a:t>
            </a: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相当于返回了一个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即实现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Map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又实现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Model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的对象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08DD334-EDEE-4C4D-87BB-9ABE15ED0BFE}"/>
              </a:ext>
            </a:extLst>
          </p:cNvPr>
          <p:cNvCxnSpPr/>
          <p:nvPr/>
        </p:nvCxnSpPr>
        <p:spPr>
          <a:xfrm>
            <a:off x="7625593" y="215444"/>
            <a:ext cx="0" cy="913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7">
            <a:extLst>
              <a:ext uri="{FF2B5EF4-FFF2-40B4-BE49-F238E27FC236}">
                <a16:creationId xmlns:a16="http://schemas.microsoft.com/office/drawing/2014/main" id="{C4FE33EB-C33C-47FD-B9C0-22CF9E5E0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10" y="3413991"/>
            <a:ext cx="5907386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"ModelAndViewContainer is required for model exposure"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374A732-D685-47EC-BBD3-03FFC57D8020}"/>
              </a:ext>
            </a:extLst>
          </p:cNvPr>
          <p:cNvCxnSpPr/>
          <p:nvPr/>
        </p:nvCxnSpPr>
        <p:spPr>
          <a:xfrm>
            <a:off x="7843706" y="2500245"/>
            <a:ext cx="0" cy="92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1949AB5-94D2-4A56-95DD-F4195265A1F6}"/>
              </a:ext>
            </a:extLst>
          </p:cNvPr>
          <p:cNvCxnSpPr/>
          <p:nvPr/>
        </p:nvCxnSpPr>
        <p:spPr>
          <a:xfrm>
            <a:off x="6904139" y="4009938"/>
            <a:ext cx="0" cy="897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8">
            <a:extLst>
              <a:ext uri="{FF2B5EF4-FFF2-40B4-BE49-F238E27FC236}">
                <a16:creationId xmlns:a16="http://schemas.microsoft.com/office/drawing/2014/main" id="{AB1D19F4-073D-483B-9415-1FF06B7F4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4916" y="4346725"/>
            <a:ext cx="2001691" cy="46166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final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BindingAwareModelMap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F8AC67F4-275B-4C9B-8646-516571B0F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423" y="4907560"/>
            <a:ext cx="2709396" cy="15696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useDefaultModel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424AE5F-7908-4765-AB90-3A7A45F08505}"/>
              </a:ext>
            </a:extLst>
          </p:cNvPr>
          <p:cNvCxnSpPr/>
          <p:nvPr/>
        </p:nvCxnSpPr>
        <p:spPr>
          <a:xfrm>
            <a:off x="8462819" y="4681057"/>
            <a:ext cx="756682" cy="578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4617D296-27E6-4E6A-9E4B-AF94685A0751}"/>
              </a:ext>
            </a:extLst>
          </p:cNvPr>
          <p:cNvSpPr txBox="1"/>
          <p:nvPr/>
        </p:nvSpPr>
        <p:spPr>
          <a:xfrm>
            <a:off x="8760714" y="5259897"/>
            <a:ext cx="1760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实现了</a:t>
            </a:r>
            <a:r>
              <a:rPr lang="en-US" altLang="zh-CN" sz="1000"/>
              <a:t>Map</a:t>
            </a:r>
            <a:r>
              <a:rPr lang="zh-CN" altLang="en-US" sz="1000"/>
              <a:t>也实现了</a:t>
            </a:r>
            <a:r>
              <a:rPr lang="en-US" altLang="zh-CN" sz="1000"/>
              <a:t>Model</a:t>
            </a:r>
            <a:endParaRPr lang="zh-CN" altLang="en-US" sz="10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17182E8-51D8-4979-AD7C-980C835D500C}"/>
              </a:ext>
            </a:extLst>
          </p:cNvPr>
          <p:cNvSpPr/>
          <p:nvPr/>
        </p:nvSpPr>
        <p:spPr>
          <a:xfrm>
            <a:off x="8841160" y="5259897"/>
            <a:ext cx="1556244" cy="246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3E3B6B78-4F31-468B-AC71-86665F72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819" y="4513393"/>
            <a:ext cx="1885714" cy="14285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A5508DD3-E71B-403D-B00C-048643EDE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983" y="2080389"/>
            <a:ext cx="1885714" cy="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54014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C1362307-8C37-4708-BDD8-3034088B2B84}" vid="{427945C1-03DE-4FCB-9144-F1300B952A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33</TotalTime>
  <Words>470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3</cp:revision>
  <dcterms:created xsi:type="dcterms:W3CDTF">2021-02-24T01:49:34Z</dcterms:created>
  <dcterms:modified xsi:type="dcterms:W3CDTF">2021-02-24T02:22:43Z</dcterms:modified>
</cp:coreProperties>
</file>