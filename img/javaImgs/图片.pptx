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38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0292D80-CA63-4724-9D84-E57B047E6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290257" y="-2481943"/>
            <a:ext cx="4737194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 = ha.handle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mappedHandler.getHandler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FFF55C-D58D-4302-B854-60C7FE43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290257" y="-1479526"/>
            <a:ext cx="4513277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 = invokeHandlerMethod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DDD495A-DA74-4868-A721-9D6B38F0F568}"/>
              </a:ext>
            </a:extLst>
          </p:cNvPr>
          <p:cNvCxnSpPr/>
          <p:nvPr/>
        </p:nvCxnSpPr>
        <p:spPr>
          <a:xfrm>
            <a:off x="-3411123" y="-2251111"/>
            <a:ext cx="0" cy="771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71259F75-C5FB-4B47-858C-F46B9D317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290257" y="-277668"/>
            <a:ext cx="3903633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invocableMethod.invokeAndHandle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E015C7A-AD4F-4352-8227-249F3B7AD695}"/>
              </a:ext>
            </a:extLst>
          </p:cNvPr>
          <p:cNvCxnSpPr>
            <a:cxnSpLocks/>
          </p:cNvCxnSpPr>
          <p:nvPr/>
        </p:nvCxnSpPr>
        <p:spPr>
          <a:xfrm>
            <a:off x="-3427901" y="-1248694"/>
            <a:ext cx="0" cy="971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4">
            <a:extLst>
              <a:ext uri="{FF2B5EF4-FFF2-40B4-BE49-F238E27FC236}">
                <a16:creationId xmlns:a16="http://schemas.microsoft.com/office/drawing/2014/main" id="{DC87962F-D943-4A81-BD9E-3237D30A9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290257" y="808774"/>
            <a:ext cx="5186035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 = invokeForRequest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providedArgs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EE04D87-7E93-438C-B7CD-BFF2E5A5EE56}"/>
              </a:ext>
            </a:extLst>
          </p:cNvPr>
          <p:cNvCxnSpPr>
            <a:cxnSpLocks/>
          </p:cNvCxnSpPr>
          <p:nvPr/>
        </p:nvCxnSpPr>
        <p:spPr>
          <a:xfrm flipH="1">
            <a:off x="-3427902" y="-46836"/>
            <a:ext cx="1" cy="855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5">
            <a:extLst>
              <a:ext uri="{FF2B5EF4-FFF2-40B4-BE49-F238E27FC236}">
                <a16:creationId xmlns:a16="http://schemas.microsoft.com/office/drawing/2014/main" id="{C0C511EA-CD03-4FC7-96A1-8EF22A3B8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290257" y="2123816"/>
            <a:ext cx="5121915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 = getMethodArgumentValues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providedArgs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E671E3A-9F4C-4CFE-91E8-1021FBB19D26}"/>
              </a:ext>
            </a:extLst>
          </p:cNvPr>
          <p:cNvCxnSpPr>
            <a:cxnSpLocks/>
          </p:cNvCxnSpPr>
          <p:nvPr/>
        </p:nvCxnSpPr>
        <p:spPr>
          <a:xfrm>
            <a:off x="-3411123" y="1037374"/>
            <a:ext cx="0" cy="108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757301E-F2CB-4A8A-9E5B-D434FF343F03}"/>
              </a:ext>
            </a:extLst>
          </p:cNvPr>
          <p:cNvSpPr txBox="1"/>
          <p:nvPr/>
        </p:nvSpPr>
        <p:spPr>
          <a:xfrm>
            <a:off x="-4194118" y="137969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点击找到这个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BE40ACE-BF34-46F7-8C37-8B4F8AE06257}"/>
              </a:ext>
            </a:extLst>
          </p:cNvPr>
          <p:cNvSpPr txBox="1"/>
          <p:nvPr/>
        </p:nvSpPr>
        <p:spPr>
          <a:xfrm>
            <a:off x="-4252841" y="-96323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点击找到这个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2403283-532D-4B41-A192-9021C50B9D0C}"/>
              </a:ext>
            </a:extLst>
          </p:cNvPr>
          <p:cNvSpPr txBox="1"/>
          <p:nvPr/>
        </p:nvSpPr>
        <p:spPr>
          <a:xfrm>
            <a:off x="-4252841" y="20784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点击找到这个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19C6A33-4515-4662-927C-7E983BE5D0A7}"/>
              </a:ext>
            </a:extLst>
          </p:cNvPr>
          <p:cNvSpPr txBox="1"/>
          <p:nvPr/>
        </p:nvSpPr>
        <p:spPr>
          <a:xfrm>
            <a:off x="-4217909" y="-201257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点击找到这个</a:t>
            </a: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FD4A0C26-4320-4BC5-B57D-AE6A62736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99314" y="2725802"/>
            <a:ext cx="7494359" cy="355481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getMethodArgumentValues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Object... providedArgs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900" i="1">
              <a:solidFill>
                <a:srgbClr val="9876AA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得到方法中所有的参数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parameters = getMethodParameters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ObjectUtils.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EMPTY_ARGS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 =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parameters.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for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 &lt; parameters.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i++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 = parameters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9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900">
                <a:solidFill>
                  <a:srgbClr val="CC7832"/>
                </a:solidFill>
                <a:latin typeface="Consolas" panose="020B0609020204030204" pitchFamily="49" charset="0"/>
              </a:rPr>
              <a:t>将本类的这个属性</a:t>
            </a:r>
            <a:r>
              <a:rPr lang="en-US" altLang="zh-CN" sz="900">
                <a:solidFill>
                  <a:srgbClr val="CC7832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900">
                <a:solidFill>
                  <a:srgbClr val="CC7832"/>
                </a:solidFill>
                <a:latin typeface="Consolas" panose="020B0609020204030204" pitchFamily="49" charset="0"/>
              </a:rPr>
              <a:t>赋值给</a:t>
            </a:r>
            <a:r>
              <a:rPr lang="en-US" altLang="zh-CN" sz="900">
                <a:solidFill>
                  <a:srgbClr val="CC7832"/>
                </a:solidFill>
                <a:latin typeface="Consolas" panose="020B0609020204030204" pitchFamily="49" charset="0"/>
              </a:rPr>
              <a:t>MethodParameter</a:t>
            </a:r>
            <a:r>
              <a:rPr lang="zh-CN" altLang="en-US" sz="900">
                <a:solidFill>
                  <a:srgbClr val="CC7832"/>
                </a:solidFill>
                <a:latin typeface="Consolas" panose="020B0609020204030204" pitchFamily="49" charset="0"/>
              </a:rPr>
              <a:t>的</a:t>
            </a:r>
            <a:r>
              <a:rPr lang="en-US" altLang="zh-CN" sz="900">
                <a:solidFill>
                  <a:srgbClr val="CC7832"/>
                </a:solidFill>
                <a:latin typeface="Consolas" panose="020B0609020204030204" pitchFamily="49" charset="0"/>
              </a:rPr>
              <a:t>paramterNameDiscoverer</a:t>
            </a:r>
            <a:r>
              <a:rPr lang="zh-CN" altLang="en-US" sz="900">
                <a:solidFill>
                  <a:srgbClr val="CC7832"/>
                </a:solidFill>
                <a:latin typeface="Consolas" panose="020B0609020204030204" pitchFamily="49" charset="0"/>
              </a:rPr>
              <a:t>属性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parameter.initParameterNameDiscovery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parameterNameDiscoverer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findProvidedArgument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providedArgs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continue;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9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用来判断是否可以解析，并</a:t>
            </a:r>
            <a:r>
              <a:rPr lang="zh-CN" altLang="en-US" sz="900" i="1">
                <a:solidFill>
                  <a:srgbClr val="9876AA"/>
                </a:solidFill>
                <a:latin typeface="Consolas" panose="020B0609020204030204" pitchFamily="49" charset="0"/>
              </a:rPr>
              <a:t>把各个参数需要的解析器放到缓存中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.supportsParameter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IllegalStateException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formatArgumentError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suitable resolver"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.resolveArgument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this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dataBinderFactory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4113293-CA39-4EFC-8722-44BFFC79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0119" y="3194396"/>
            <a:ext cx="3763367" cy="544951"/>
          </a:xfrm>
          <a:prstGeom prst="rect">
            <a:avLst/>
          </a:prstGeom>
        </p:spPr>
      </p:pic>
      <p:sp>
        <p:nvSpPr>
          <p:cNvPr id="37" name="Rectangle 11">
            <a:extLst>
              <a:ext uri="{FF2B5EF4-FFF2-40B4-BE49-F238E27FC236}">
                <a16:creationId xmlns:a16="http://schemas.microsoft.com/office/drawing/2014/main" id="{3A7C4E6D-120A-4C31-BE55-76314010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77337" y="-2166822"/>
            <a:ext cx="3607078" cy="5847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2A8247D4-4D6C-45F3-B8B2-1A42DCFB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078" y="-2481943"/>
            <a:ext cx="5009705" cy="206210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如果第一次这个方法执行过了，这个方法需要的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ResolverCache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会放到这个缓存里进行缓存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result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如果这个页面是第一次执行那么就遍历所有解析器，看看哪个解析器可以进行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resolver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resolver.supportsParameter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 resolver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.put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break;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BFBD5DE6-38B2-4732-87B8-57EAEE310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77" y="-1105965"/>
            <a:ext cx="2929245" cy="685568"/>
          </a:xfrm>
          <a:prstGeom prst="rect">
            <a:avLst/>
          </a:prstGeom>
        </p:spPr>
      </p:pic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584E7FF-F41B-45BD-8FC5-A2355B5EA8D8}"/>
              </a:ext>
            </a:extLst>
          </p:cNvPr>
          <p:cNvCxnSpPr>
            <a:cxnSpLocks/>
          </p:cNvCxnSpPr>
          <p:nvPr/>
        </p:nvCxnSpPr>
        <p:spPr>
          <a:xfrm flipV="1">
            <a:off x="5450930" y="-1582047"/>
            <a:ext cx="1568995" cy="81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13">
            <a:extLst>
              <a:ext uri="{FF2B5EF4-FFF2-40B4-BE49-F238E27FC236}">
                <a16:creationId xmlns:a16="http://schemas.microsoft.com/office/drawing/2014/main" id="{57891FD2-B1A9-428A-BFE2-6A709757D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3043" y="-2532896"/>
            <a:ext cx="5782347" cy="353943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如果这个参数旁边有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RequestParam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注解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parameter.hasParameterAnnotation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RequestParam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.isAssignableFrom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parameter.nestedIfOptional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.getNestedParameterType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RequestParam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requestParam = parameter.getParameterAnnotation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RequestParam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requestParam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StringUtils.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hasText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requestParam.name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true;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parameter.hasParameterAnnotation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RequestPart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false;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 = parameter.nestedIfOptional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MultipartResolutionDelegate.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isMultipartArgument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true;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useDefaultResolution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BeanUtils.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isSimpleProperty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parameter.getNestedParameterType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false;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BF15794E-951A-4C8A-BAB0-4BB078364C07}"/>
              </a:ext>
            </a:extLst>
          </p:cNvPr>
          <p:cNvCxnSpPr/>
          <p:nvPr/>
        </p:nvCxnSpPr>
        <p:spPr>
          <a:xfrm>
            <a:off x="-3338441" y="2294561"/>
            <a:ext cx="0" cy="404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5A6C3AC-C2A3-45BE-A653-CD3FB9CE3D9E}"/>
              </a:ext>
            </a:extLst>
          </p:cNvPr>
          <p:cNvCxnSpPr>
            <a:cxnSpLocks/>
          </p:cNvCxnSpPr>
          <p:nvPr/>
        </p:nvCxnSpPr>
        <p:spPr>
          <a:xfrm flipV="1">
            <a:off x="5716435" y="-2366527"/>
            <a:ext cx="3113240" cy="879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14">
            <a:extLst>
              <a:ext uri="{FF2B5EF4-FFF2-40B4-BE49-F238E27FC236}">
                <a16:creationId xmlns:a16="http://schemas.microsoft.com/office/drawing/2014/main" id="{04BBAAC5-653A-4ADB-AB4B-A45C11FFC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716" y="1029766"/>
            <a:ext cx="5907386" cy="132343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 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得到匹配的参数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resolver = 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"Unsupported parameter type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"]. supportsParameter should be called first."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F9BB328D-1995-4E56-8DE7-E2AACEBE2BF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4076370" y="481977"/>
            <a:ext cx="6993204" cy="29121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F542F5A3-27D1-47EC-81DA-0423B137DC93}"/>
              </a:ext>
            </a:extLst>
          </p:cNvPr>
          <p:cNvCxnSpPr>
            <a:cxnSpLocks/>
          </p:cNvCxnSpPr>
          <p:nvPr/>
        </p:nvCxnSpPr>
        <p:spPr>
          <a:xfrm flipV="1">
            <a:off x="2581275" y="-2251111"/>
            <a:ext cx="2570609" cy="2385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00FEB237-A503-4F1B-BD92-F0E934377A43}"/>
              </a:ext>
            </a:extLst>
          </p:cNvPr>
          <p:cNvCxnSpPr>
            <a:cxnSpLocks/>
          </p:cNvCxnSpPr>
          <p:nvPr/>
        </p:nvCxnSpPr>
        <p:spPr>
          <a:xfrm flipV="1">
            <a:off x="-2428875" y="1169535"/>
            <a:ext cx="5749623" cy="48469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FC73F3A-1C2E-4AFA-967B-85DAFE2A788E}"/>
              </a:ext>
            </a:extLst>
          </p:cNvPr>
          <p:cNvCxnSpPr/>
          <p:nvPr/>
        </p:nvCxnSpPr>
        <p:spPr>
          <a:xfrm>
            <a:off x="3866579" y="2123816"/>
            <a:ext cx="0" cy="1070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B0FB4BB-0C3D-4857-9354-B3B4B047B143}"/>
              </a:ext>
            </a:extLst>
          </p:cNvPr>
          <p:cNvSpPr txBox="1"/>
          <p:nvPr/>
        </p:nvSpPr>
        <p:spPr>
          <a:xfrm>
            <a:off x="3226453" y="2527579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解析参数</a:t>
            </a:r>
          </a:p>
        </p:txBody>
      </p:sp>
      <p:sp>
        <p:nvSpPr>
          <p:cNvPr id="107" name="Rectangle 15">
            <a:extLst>
              <a:ext uri="{FF2B5EF4-FFF2-40B4-BE49-F238E27FC236}">
                <a16:creationId xmlns:a16="http://schemas.microsoft.com/office/drawing/2014/main" id="{84BD003C-3F79-4B53-95B3-7DD5643E1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905" y="3005406"/>
            <a:ext cx="5984220" cy="63709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final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 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通过正则表达式在请求中获取参数为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parameter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的属性名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 namedValueInfo = getNamedValueInfo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nestedParameter = parameter.nestedIfOptional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resolvedName = resolveStringValue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resolvedName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“Specified name must not resolve to null: [”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“]”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通过正则表达式获取属性名为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resolvedName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的属性值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arg = resolveName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resolvedName.toString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如果有默认值附上默认值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defaultValue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 = resolveStringValue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required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!nestedParameter.isOptional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handleMissingValue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 = handleNullValue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nestedParameter.getNestedParameterType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.equals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defaultValue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 = resolveStringValue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 binder = binderFactory.createBinder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 = binder.convertIfNecessary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ConversionNotSupportedException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MethodArgumentConversionNotSupportedException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ex.getRequiredType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ex.getCause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TypeMismatchException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MethodArgumentTypeMismatchException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ex.getRequiredType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ex.getCause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handleResolvedValue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namedValueInfo.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34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066DAC9-316A-402C-9357-981B3266A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12022" y="1317672"/>
            <a:ext cx="5009705" cy="169277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result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resolver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resolver.supportsParameter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 resolver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放入缓存器中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argumentResolverCache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.put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break;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E8744CF-CD46-4DAA-A8D9-5948C2D86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28132" y="0"/>
            <a:ext cx="2597186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6D7C05F-4794-468B-B0F5-D66A53DCD631}"/>
              </a:ext>
            </a:extLst>
          </p:cNvPr>
          <p:cNvCxnSpPr>
            <a:cxnSpLocks/>
          </p:cNvCxnSpPr>
          <p:nvPr/>
        </p:nvCxnSpPr>
        <p:spPr>
          <a:xfrm>
            <a:off x="-87291" y="215444"/>
            <a:ext cx="0" cy="1163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>
            <a:extLst>
              <a:ext uri="{FF2B5EF4-FFF2-40B4-BE49-F238E27FC236}">
                <a16:creationId xmlns:a16="http://schemas.microsoft.com/office/drawing/2014/main" id="{47CD28A0-686A-4A48-8CAF-289BFFF4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10" y="0"/>
            <a:ext cx="5739072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dataBinderFactory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F6B8F24-BF4D-492C-B2E6-433AD968044A}"/>
              </a:ext>
            </a:extLst>
          </p:cNvPr>
          <p:cNvCxnSpPr/>
          <p:nvPr/>
        </p:nvCxnSpPr>
        <p:spPr>
          <a:xfrm>
            <a:off x="-87291" y="2948887"/>
            <a:ext cx="0" cy="1061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E02F6AA-F195-453F-8A1A-776956F0D8CC}"/>
              </a:ext>
            </a:extLst>
          </p:cNvPr>
          <p:cNvSpPr txBox="1"/>
          <p:nvPr/>
        </p:nvSpPr>
        <p:spPr>
          <a:xfrm>
            <a:off x="1771560" y="1946247"/>
            <a:ext cx="929695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当</a:t>
            </a:r>
            <a:r>
              <a:rPr lang="en-US" altLang="zh-CN" sz="1000"/>
              <a:t>resolver=MapMethodProcessor</a:t>
            </a:r>
            <a:endParaRPr lang="zh-CN" altLang="en-US" sz="100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339704E-106C-4F89-9DD8-E1B0126B2285}"/>
              </a:ext>
            </a:extLst>
          </p:cNvPr>
          <p:cNvCxnSpPr>
            <a:cxnSpLocks/>
          </p:cNvCxnSpPr>
          <p:nvPr/>
        </p:nvCxnSpPr>
        <p:spPr>
          <a:xfrm>
            <a:off x="939567" y="2013358"/>
            <a:ext cx="831993" cy="150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5">
            <a:extLst>
              <a:ext uri="{FF2B5EF4-FFF2-40B4-BE49-F238E27FC236}">
                <a16:creationId xmlns:a16="http://schemas.microsoft.com/office/drawing/2014/main" id="{8716F855-3A04-4618-A026-2E261943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4910" y="3697172"/>
            <a:ext cx="4055919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如果参数的类型是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Map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类型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或者没有注解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那么就符合这个解释器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.isAssignableFrom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parameter.getParameterAnnotations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length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26B4D52-66C8-4196-8C01-8157066658E0}"/>
              </a:ext>
            </a:extLst>
          </p:cNvPr>
          <p:cNvCxnSpPr/>
          <p:nvPr/>
        </p:nvCxnSpPr>
        <p:spPr>
          <a:xfrm>
            <a:off x="-87291" y="1946247"/>
            <a:ext cx="0" cy="1787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51E2C73-F51F-486B-A730-0BFFA1221B60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869054" y="107722"/>
            <a:ext cx="4457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FC52AC9-EFFD-4F0D-94DD-D224FD4FA62B}"/>
              </a:ext>
            </a:extLst>
          </p:cNvPr>
          <p:cNvSpPr txBox="1"/>
          <p:nvPr/>
        </p:nvSpPr>
        <p:spPr>
          <a:xfrm>
            <a:off x="2049026" y="113686"/>
            <a:ext cx="27662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如果有解析器支持</a:t>
            </a:r>
            <a:r>
              <a:rPr lang="en-US" altLang="zh-CN" sz="1000"/>
              <a:t>,</a:t>
            </a:r>
            <a:r>
              <a:rPr lang="zh-CN" altLang="en-US" sz="1000"/>
              <a:t>就执行这个解析器传入参数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FD06FC85-78B3-41F7-BCA1-8557CAE98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10" y="1067048"/>
            <a:ext cx="5907386" cy="144655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 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获取用来处理的解析器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由于刚才已经放入缓存中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直接缓存中取了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resolver = 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"Unsupported parameter type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"]. supportsParameter should be called first."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真正的用来执行</a:t>
            </a: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相当于返回了一个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即实现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Map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又实现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Model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的对象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08DD334-EDEE-4C4D-87BB-9ABE15ED0BFE}"/>
              </a:ext>
            </a:extLst>
          </p:cNvPr>
          <p:cNvCxnSpPr/>
          <p:nvPr/>
        </p:nvCxnSpPr>
        <p:spPr>
          <a:xfrm>
            <a:off x="7625593" y="215444"/>
            <a:ext cx="0" cy="913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7">
            <a:extLst>
              <a:ext uri="{FF2B5EF4-FFF2-40B4-BE49-F238E27FC236}">
                <a16:creationId xmlns:a16="http://schemas.microsoft.com/office/drawing/2014/main" id="{C4FE33EB-C33C-47FD-B9C0-22CF9E5E0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10" y="3413991"/>
            <a:ext cx="5907386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"ModelAndViewContainer is required for model exposure"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374A732-D685-47EC-BBD3-03FFC57D8020}"/>
              </a:ext>
            </a:extLst>
          </p:cNvPr>
          <p:cNvCxnSpPr/>
          <p:nvPr/>
        </p:nvCxnSpPr>
        <p:spPr>
          <a:xfrm>
            <a:off x="7843706" y="2500245"/>
            <a:ext cx="0" cy="92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1949AB5-94D2-4A56-95DD-F4195265A1F6}"/>
              </a:ext>
            </a:extLst>
          </p:cNvPr>
          <p:cNvCxnSpPr/>
          <p:nvPr/>
        </p:nvCxnSpPr>
        <p:spPr>
          <a:xfrm>
            <a:off x="6904139" y="4009938"/>
            <a:ext cx="0" cy="897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8">
            <a:extLst>
              <a:ext uri="{FF2B5EF4-FFF2-40B4-BE49-F238E27FC236}">
                <a16:creationId xmlns:a16="http://schemas.microsoft.com/office/drawing/2014/main" id="{AB1D19F4-073D-483B-9415-1FF06B7F4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4916" y="4346725"/>
            <a:ext cx="2001691" cy="46166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final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BindingAwareModelMap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F8AC67F4-275B-4C9B-8646-516571B0F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423" y="4907560"/>
            <a:ext cx="2709396" cy="15696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useDefaultModel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424AE5F-7908-4765-AB90-3A7A45F08505}"/>
              </a:ext>
            </a:extLst>
          </p:cNvPr>
          <p:cNvCxnSpPr/>
          <p:nvPr/>
        </p:nvCxnSpPr>
        <p:spPr>
          <a:xfrm>
            <a:off x="8462819" y="4681057"/>
            <a:ext cx="756682" cy="578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4617D296-27E6-4E6A-9E4B-AF94685A0751}"/>
              </a:ext>
            </a:extLst>
          </p:cNvPr>
          <p:cNvSpPr txBox="1"/>
          <p:nvPr/>
        </p:nvSpPr>
        <p:spPr>
          <a:xfrm>
            <a:off x="8760714" y="5259897"/>
            <a:ext cx="1760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实现了</a:t>
            </a:r>
            <a:r>
              <a:rPr lang="en-US" altLang="zh-CN" sz="1000"/>
              <a:t>Map</a:t>
            </a:r>
            <a:r>
              <a:rPr lang="zh-CN" altLang="en-US" sz="1000"/>
              <a:t>也实现了</a:t>
            </a:r>
            <a:r>
              <a:rPr lang="en-US" altLang="zh-CN" sz="1000"/>
              <a:t>Model</a:t>
            </a:r>
            <a:endParaRPr lang="zh-CN" altLang="en-US" sz="10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17182E8-51D8-4979-AD7C-980C835D500C}"/>
              </a:ext>
            </a:extLst>
          </p:cNvPr>
          <p:cNvSpPr/>
          <p:nvPr/>
        </p:nvSpPr>
        <p:spPr>
          <a:xfrm>
            <a:off x="8841160" y="5259897"/>
            <a:ext cx="1556244" cy="246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3E3B6B78-4F31-468B-AC71-86665F72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819" y="4513393"/>
            <a:ext cx="1885714" cy="14285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A5508DD3-E71B-403D-B00C-048643EDE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983" y="2080389"/>
            <a:ext cx="1885714" cy="1428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00F773C-2FBD-4E58-AC59-E4505AA7B0AB}"/>
              </a:ext>
            </a:extLst>
          </p:cNvPr>
          <p:cNvSpPr/>
          <p:nvPr/>
        </p:nvSpPr>
        <p:spPr>
          <a:xfrm>
            <a:off x="2843868" y="3540154"/>
            <a:ext cx="2359783" cy="2000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795B13-A064-4F49-9C72-D07EB912972B}"/>
              </a:ext>
            </a:extLst>
          </p:cNvPr>
          <p:cNvSpPr txBox="1"/>
          <p:nvPr/>
        </p:nvSpPr>
        <p:spPr>
          <a:xfrm>
            <a:off x="3488912" y="4112994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解析</a:t>
            </a:r>
            <a:r>
              <a:rPr lang="en-US" altLang="zh-CN" sz="1000"/>
              <a:t>Map</a:t>
            </a:r>
            <a:r>
              <a:rPr lang="zh-CN" altLang="en-US" sz="1000"/>
              <a:t>和</a:t>
            </a:r>
            <a:r>
              <a:rPr lang="en-US" altLang="zh-CN" sz="1000"/>
              <a:t>Modle</a:t>
            </a:r>
            <a:r>
              <a:rPr lang="zh-CN" altLang="en-US" sz="1000"/>
              <a:t>用同一个对象</a:t>
            </a:r>
          </a:p>
        </p:txBody>
      </p:sp>
    </p:spTree>
    <p:extLst>
      <p:ext uri="{BB962C8B-B14F-4D97-AF65-F5344CB8AC3E}">
        <p14:creationId xmlns:p14="http://schemas.microsoft.com/office/powerpoint/2010/main" val="1383054014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C1362307-8C37-4708-BDD8-3034088B2B84}" vid="{427945C1-03DE-4FCB-9144-F1300B952A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349</TotalTime>
  <Words>1683</Words>
  <Application>Microsoft Office PowerPoint</Application>
  <PresentationFormat>宽屏</PresentationFormat>
  <Paragraphs>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Consolas</vt:lpstr>
      <vt:lpstr>主题1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12</cp:revision>
  <dcterms:created xsi:type="dcterms:W3CDTF">2021-02-23T09:21:48Z</dcterms:created>
  <dcterms:modified xsi:type="dcterms:W3CDTF">2021-02-27T09:44:17Z</dcterms:modified>
</cp:coreProperties>
</file>