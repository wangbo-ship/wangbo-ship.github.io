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D5FC00-A48A-4F4D-8B01-5F3E0EFD7C4A}"/>
              </a:ext>
            </a:extLst>
          </p:cNvPr>
          <p:cNvSpPr txBox="1"/>
          <p:nvPr/>
        </p:nvSpPr>
        <p:spPr>
          <a:xfrm>
            <a:off x="3783435" y="2277610"/>
            <a:ext cx="931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800"/>
              <a:t>通过全类名反射创建对象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815048-9CC7-42E3-ADD7-C05CEDA99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540" y="1035171"/>
            <a:ext cx="1559283" cy="60340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F44FC1B-6245-4461-9F7A-14A429D5B26C}"/>
              </a:ext>
            </a:extLst>
          </p:cNvPr>
          <p:cNvCxnSpPr/>
          <p:nvPr/>
        </p:nvCxnSpPr>
        <p:spPr>
          <a:xfrm>
            <a:off x="4177181" y="1638577"/>
            <a:ext cx="0" cy="639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8BE8EFA-0B48-415A-A970-9DF395BFFB7D}"/>
              </a:ext>
            </a:extLst>
          </p:cNvPr>
          <p:cNvSpPr txBox="1"/>
          <p:nvPr/>
        </p:nvSpPr>
        <p:spPr>
          <a:xfrm>
            <a:off x="3800213" y="2881016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通过反射获取给对象的属性名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8F5B96E-8378-4125-8B84-4874B7096A8C}"/>
              </a:ext>
            </a:extLst>
          </p:cNvPr>
          <p:cNvCxnSpPr/>
          <p:nvPr/>
        </p:nvCxnSpPr>
        <p:spPr>
          <a:xfrm>
            <a:off x="4176645" y="2527477"/>
            <a:ext cx="0" cy="353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731ADC8-9DA3-471B-8B6F-9D0E349AAE32}"/>
              </a:ext>
            </a:extLst>
          </p:cNvPr>
          <p:cNvCxnSpPr/>
          <p:nvPr/>
        </p:nvCxnSpPr>
        <p:spPr>
          <a:xfrm>
            <a:off x="4110606" y="3363985"/>
            <a:ext cx="0" cy="620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DED180C-066C-48AE-8EA0-2C2AD66766AE}"/>
              </a:ext>
            </a:extLst>
          </p:cNvPr>
          <p:cNvSpPr txBox="1"/>
          <p:nvPr/>
        </p:nvSpPr>
        <p:spPr>
          <a:xfrm>
            <a:off x="3783435" y="3929640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 </a:t>
            </a:r>
            <a:r>
              <a:rPr lang="zh-CN" altLang="en-US" sz="1000"/>
              <a:t>根据属性名从请求中寻找对应名字的属性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CB46566-C1A9-46F3-9AE4-131FC7255ADB}"/>
              </a:ext>
            </a:extLst>
          </p:cNvPr>
          <p:cNvCxnSpPr/>
          <p:nvPr/>
        </p:nvCxnSpPr>
        <p:spPr>
          <a:xfrm>
            <a:off x="4504888" y="4283583"/>
            <a:ext cx="7969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EA68AF3-10F4-4246-9295-E912AB2185EC}"/>
              </a:ext>
            </a:extLst>
          </p:cNvPr>
          <p:cNvSpPr txBox="1"/>
          <p:nvPr/>
        </p:nvSpPr>
        <p:spPr>
          <a:xfrm>
            <a:off x="5301842" y="4083528"/>
            <a:ext cx="3087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http://localhost:8080/car?name=%E6%B1%9F&amp;id=3141</a:t>
            </a:r>
            <a:endParaRPr lang="zh-CN" altLang="en-US" sz="100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939E86-CDB4-4FF3-838C-96ADE02F8107}"/>
              </a:ext>
            </a:extLst>
          </p:cNvPr>
          <p:cNvCxnSpPr/>
          <p:nvPr/>
        </p:nvCxnSpPr>
        <p:spPr>
          <a:xfrm flipV="1">
            <a:off x="6509857" y="3020037"/>
            <a:ext cx="0" cy="106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CDA577A-15E1-471D-BC43-CA514EEFF95A}"/>
              </a:ext>
            </a:extLst>
          </p:cNvPr>
          <p:cNvSpPr txBox="1"/>
          <p:nvPr/>
        </p:nvSpPr>
        <p:spPr>
          <a:xfrm>
            <a:off x="6052657" y="981046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通过反射给对象附上属性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CE6FE2-1492-43C1-8847-DB38650528F2}"/>
              </a:ext>
            </a:extLst>
          </p:cNvPr>
          <p:cNvSpPr txBox="1"/>
          <p:nvPr/>
        </p:nvSpPr>
        <p:spPr>
          <a:xfrm>
            <a:off x="6052657" y="2844874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解析成参数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628F35-D3CD-47B6-865E-AC6B3879DA9A}"/>
              </a:ext>
            </a:extLst>
          </p:cNvPr>
          <p:cNvSpPr txBox="1"/>
          <p:nvPr/>
        </p:nvSpPr>
        <p:spPr>
          <a:xfrm>
            <a:off x="6052657" y="2042663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寻找</a:t>
            </a:r>
            <a:r>
              <a:rPr lang="en-US" altLang="zh-CN" sz="1000"/>
              <a:t>convert</a:t>
            </a:r>
            <a:r>
              <a:rPr lang="zh-CN" altLang="en-US" sz="1000"/>
              <a:t>转换器进行转换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A05F903-9194-421C-BE78-66161EDE0A09}"/>
              </a:ext>
            </a:extLst>
          </p:cNvPr>
          <p:cNvCxnSpPr/>
          <p:nvPr/>
        </p:nvCxnSpPr>
        <p:spPr>
          <a:xfrm flipV="1">
            <a:off x="6388216" y="2527477"/>
            <a:ext cx="0" cy="44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14D8CCC-5BA6-434A-AD04-0B8296556127}"/>
              </a:ext>
            </a:extLst>
          </p:cNvPr>
          <p:cNvCxnSpPr/>
          <p:nvPr/>
        </p:nvCxnSpPr>
        <p:spPr>
          <a:xfrm flipV="1">
            <a:off x="6388216" y="1426128"/>
            <a:ext cx="0" cy="616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154410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C1362307-8C37-4708-BDD8-3034088B2B84}" vid="{427945C1-03DE-4FCB-9144-F1300B952A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361</TotalTime>
  <Words>75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2</cp:revision>
  <dcterms:created xsi:type="dcterms:W3CDTF">2021-02-25T03:57:52Z</dcterms:created>
  <dcterms:modified xsi:type="dcterms:W3CDTF">2021-02-25T09:59:46Z</dcterms:modified>
</cp:coreProperties>
</file>