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10" y="-6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97A79E4-A64D-4C48-A3D0-88AB64553B90}"/>
              </a:ext>
            </a:extLst>
          </p:cNvPr>
          <p:cNvSpPr txBox="1"/>
          <p:nvPr/>
        </p:nvSpPr>
        <p:spPr>
          <a:xfrm>
            <a:off x="5097710" y="-39005"/>
            <a:ext cx="19965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默认的</a:t>
            </a:r>
            <a:r>
              <a:rPr lang="en-US" altLang="zh-CN" sz="1000"/>
              <a:t>springboot</a:t>
            </a:r>
            <a:r>
              <a:rPr lang="zh-CN" altLang="en-US" sz="1000"/>
              <a:t>异常处理机制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90517A-9C15-40C9-B45B-082C9C3BFBAA}"/>
              </a:ext>
            </a:extLst>
          </p:cNvPr>
          <p:cNvSpPr txBox="1"/>
          <p:nvPr/>
        </p:nvSpPr>
        <p:spPr>
          <a:xfrm>
            <a:off x="4026715" y="1403820"/>
            <a:ext cx="26173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springmvc</a:t>
            </a:r>
            <a:r>
              <a:rPr lang="zh-CN" altLang="en-US" sz="1000"/>
              <a:t>默认异常会请求一个</a:t>
            </a:r>
            <a:r>
              <a:rPr lang="en-US" altLang="zh-CN" sz="1000"/>
              <a:t>/error</a:t>
            </a:r>
            <a:r>
              <a:rPr lang="zh-CN" altLang="en-US" sz="1000"/>
              <a:t>参数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5694756-3F89-41D7-A853-DE5F6B4AF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4905" y="299143"/>
            <a:ext cx="1475084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server.error.path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/mars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34D5D1-2881-4ECC-A948-B88A47AA2A31}"/>
              </a:ext>
            </a:extLst>
          </p:cNvPr>
          <p:cNvSpPr txBox="1"/>
          <p:nvPr/>
        </p:nvSpPr>
        <p:spPr>
          <a:xfrm>
            <a:off x="7807354" y="514587"/>
            <a:ext cx="415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springmvc</a:t>
            </a:r>
            <a:r>
              <a:rPr lang="zh-CN" altLang="en-US" sz="1000"/>
              <a:t>默认在这里进行配置出现异常后进行的第二次请求的路径</a:t>
            </a:r>
            <a:r>
              <a:rPr lang="en-US" altLang="zh-CN" sz="1000"/>
              <a:t>,</a:t>
            </a:r>
            <a:r>
              <a:rPr lang="zh-CN" altLang="en-US" sz="1000"/>
              <a:t>默认是</a:t>
            </a:r>
            <a:r>
              <a:rPr lang="en-US" altLang="zh-CN" sz="1000"/>
              <a:t>/error</a:t>
            </a:r>
            <a:endParaRPr lang="zh-CN" altLang="en-US" sz="100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20146C4-20A0-4C73-B912-012CF43CE5CF}"/>
              </a:ext>
            </a:extLst>
          </p:cNvPr>
          <p:cNvCxnSpPr/>
          <p:nvPr/>
        </p:nvCxnSpPr>
        <p:spPr>
          <a:xfrm>
            <a:off x="5176007" y="1543872"/>
            <a:ext cx="0" cy="587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17535AF-8129-45AC-A493-23B0A1A3A365}"/>
              </a:ext>
            </a:extLst>
          </p:cNvPr>
          <p:cNvSpPr txBox="1"/>
          <p:nvPr/>
        </p:nvSpPr>
        <p:spPr>
          <a:xfrm>
            <a:off x="4420997" y="522650"/>
            <a:ext cx="1675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如果第一次没有任何异常处理器来进行异常的处理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6A09B83-5CE6-40F2-90EA-BB4D0044746E}"/>
              </a:ext>
            </a:extLst>
          </p:cNvPr>
          <p:cNvCxnSpPr/>
          <p:nvPr/>
        </p:nvCxnSpPr>
        <p:spPr>
          <a:xfrm>
            <a:off x="5156433" y="855677"/>
            <a:ext cx="0" cy="548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A4408E0-C801-42A1-A960-A57C6748E66F}"/>
              </a:ext>
            </a:extLst>
          </p:cNvPr>
          <p:cNvSpPr txBox="1"/>
          <p:nvPr/>
        </p:nvSpPr>
        <p:spPr>
          <a:xfrm>
            <a:off x="5181600" y="1666982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....</a:t>
            </a:r>
            <a:endParaRPr lang="zh-CN" altLang="en-US" sz="10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4AC707-967D-4F43-8483-4DA90EED40AA}"/>
              </a:ext>
            </a:extLst>
          </p:cNvPr>
          <p:cNvSpPr txBox="1"/>
          <p:nvPr/>
        </p:nvSpPr>
        <p:spPr>
          <a:xfrm>
            <a:off x="4651694" y="2119364"/>
            <a:ext cx="1213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通过进行</a:t>
            </a:r>
            <a:r>
              <a:rPr lang="en-US" altLang="zh-CN" sz="1000"/>
              <a:t>doinvokehandler</a:t>
            </a:r>
            <a:r>
              <a:rPr lang="zh-CN" altLang="en-US" sz="1000"/>
              <a:t>的处理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7D4795D-2DF9-41B3-8F6D-6E4D287B1136}"/>
              </a:ext>
            </a:extLst>
          </p:cNvPr>
          <p:cNvCxnSpPr>
            <a:cxnSpLocks/>
          </p:cNvCxnSpPr>
          <p:nvPr/>
        </p:nvCxnSpPr>
        <p:spPr>
          <a:xfrm flipH="1">
            <a:off x="2457273" y="3288484"/>
            <a:ext cx="2548157" cy="570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AC3B571-B009-49E5-9AE4-759340C36D28}"/>
              </a:ext>
            </a:extLst>
          </p:cNvPr>
          <p:cNvSpPr txBox="1"/>
          <p:nvPr/>
        </p:nvSpPr>
        <p:spPr>
          <a:xfrm>
            <a:off x="1885424" y="3830829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accept</a:t>
            </a:r>
            <a:r>
              <a:rPr lang="zh-CN" altLang="en-US" sz="1000"/>
              <a:t>是</a:t>
            </a:r>
            <a:r>
              <a:rPr lang="en-US" altLang="zh-CN" sz="1000"/>
              <a:t>text/html</a:t>
            </a:r>
            <a:r>
              <a:rPr lang="zh-CN" altLang="en-US" sz="1000"/>
              <a:t>方式</a:t>
            </a:r>
            <a:r>
              <a:rPr lang="en-US" altLang="zh-CN" sz="1000"/>
              <a:t>,</a:t>
            </a:r>
            <a:r>
              <a:rPr lang="zh-CN" altLang="en-US" sz="1000"/>
              <a:t>也就是浏览器要求返回</a:t>
            </a:r>
            <a:r>
              <a:rPr lang="en-US" altLang="zh-CN" sz="1000"/>
              <a:t>html</a:t>
            </a:r>
            <a:r>
              <a:rPr lang="zh-CN" altLang="en-US" sz="1000"/>
              <a:t>的方式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5F8FA4-B7E0-4488-B47E-E66BD4A847F8}"/>
              </a:ext>
            </a:extLst>
          </p:cNvPr>
          <p:cNvSpPr txBox="1"/>
          <p:nvPr/>
        </p:nvSpPr>
        <p:spPr>
          <a:xfrm>
            <a:off x="7350154" y="3998272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accept</a:t>
            </a:r>
            <a:r>
              <a:rPr lang="zh-CN" altLang="en-US" sz="1000"/>
              <a:t>不是</a:t>
            </a:r>
            <a:r>
              <a:rPr lang="en-US" altLang="zh-CN" sz="1000"/>
              <a:t>text/html</a:t>
            </a:r>
            <a:r>
              <a:rPr lang="zh-CN" altLang="en-US" sz="1000"/>
              <a:t>方式</a:t>
            </a:r>
            <a:r>
              <a:rPr lang="en-US" altLang="zh-CN" sz="1000"/>
              <a:t>,</a:t>
            </a:r>
            <a:r>
              <a:rPr lang="zh-CN" altLang="en-US" sz="1000"/>
              <a:t>一般是</a:t>
            </a:r>
            <a:r>
              <a:rPr lang="en-US" altLang="zh-CN" sz="1000"/>
              <a:t>application/json</a:t>
            </a:r>
            <a:r>
              <a:rPr lang="zh-CN" altLang="en-US" sz="1000"/>
              <a:t>方式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C2CA311-CE3A-4BB7-8895-5164D4A36033}"/>
              </a:ext>
            </a:extLst>
          </p:cNvPr>
          <p:cNvCxnSpPr>
            <a:cxnSpLocks/>
          </p:cNvCxnSpPr>
          <p:nvPr/>
        </p:nvCxnSpPr>
        <p:spPr>
          <a:xfrm>
            <a:off x="5293452" y="3288484"/>
            <a:ext cx="2418563" cy="757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FD15AC0-8D7E-4C4D-9CCA-308A94C98604}"/>
              </a:ext>
            </a:extLst>
          </p:cNvPr>
          <p:cNvCxnSpPr/>
          <p:nvPr/>
        </p:nvCxnSpPr>
        <p:spPr>
          <a:xfrm>
            <a:off x="2239860" y="4613945"/>
            <a:ext cx="0" cy="662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A253E4D8-A75D-4446-95A4-1411614B957F}"/>
              </a:ext>
            </a:extLst>
          </p:cNvPr>
          <p:cNvSpPr txBox="1"/>
          <p:nvPr/>
        </p:nvSpPr>
        <p:spPr>
          <a:xfrm>
            <a:off x="4760751" y="2954246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调用</a:t>
            </a:r>
            <a:r>
              <a:rPr lang="en-US" altLang="zh-CN" sz="1000"/>
              <a:t>basicErrorController</a:t>
            </a:r>
            <a:endParaRPr lang="zh-CN" altLang="en-US" sz="100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7F1DFA2-AA3D-4512-B7F8-227864D40515}"/>
              </a:ext>
            </a:extLst>
          </p:cNvPr>
          <p:cNvCxnSpPr>
            <a:cxnSpLocks/>
          </p:cNvCxnSpPr>
          <p:nvPr/>
        </p:nvCxnSpPr>
        <p:spPr>
          <a:xfrm>
            <a:off x="5156433" y="2403349"/>
            <a:ext cx="19574" cy="667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">
            <a:extLst>
              <a:ext uri="{FF2B5EF4-FFF2-40B4-BE49-F238E27FC236}">
                <a16:creationId xmlns:a16="http://schemas.microsoft.com/office/drawing/2014/main" id="{B9AA2A05-C67C-44C4-9E3E-063102D5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16385" y="5215376"/>
            <a:ext cx="6412333" cy="132343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@RequestMapping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D0D0FF"/>
                </a:solidFill>
                <a:effectLst/>
                <a:latin typeface="Consolas" panose="020B0609020204030204" pitchFamily="49" charset="0"/>
              </a:rPr>
              <a:t>produces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MediaType.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TEXT_HTML_VALUE)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errorHtml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HttpServletResponse 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HttpStatus status = getStatus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 = Collections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unmodifiableMap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getErrorAttributes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getErrorAttributeOptions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TEXT_HTML)))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response.setStatus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status.value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modelAndView = resolveErrorView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如果能静态资源路径下面有自定义的视图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那么就返回当前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modelandview,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不然返回默认的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error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错误页面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return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 modelAndView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7D4A8FF-2234-4270-947B-F6AE55C78B1D}"/>
              </a:ext>
            </a:extLst>
          </p:cNvPr>
          <p:cNvCxnSpPr>
            <a:cxnSpLocks/>
          </p:cNvCxnSpPr>
          <p:nvPr/>
        </p:nvCxnSpPr>
        <p:spPr>
          <a:xfrm>
            <a:off x="1993900" y="6146800"/>
            <a:ext cx="0" cy="2006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图片 37">
            <a:extLst>
              <a:ext uri="{FF2B5EF4-FFF2-40B4-BE49-F238E27FC236}">
                <a16:creationId xmlns:a16="http://schemas.microsoft.com/office/drawing/2014/main" id="{01A60898-ACDB-43FA-9C48-79DD326BC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663" y="6517430"/>
            <a:ext cx="4466667" cy="1142857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E914F47C-229C-486A-833C-A004DFB383D5}"/>
              </a:ext>
            </a:extLst>
          </p:cNvPr>
          <p:cNvSpPr txBox="1"/>
          <p:nvPr/>
        </p:nvSpPr>
        <p:spPr>
          <a:xfrm>
            <a:off x="5005430" y="703894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>
                <a:solidFill>
                  <a:srgbClr val="FF0000"/>
                </a:solidFill>
              </a:rPr>
              <a:t>封装的错误的一些信息</a:t>
            </a: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677C9948-1167-496B-8F4F-066D5609A21A}"/>
              </a:ext>
            </a:extLst>
          </p:cNvPr>
          <p:cNvCxnSpPr>
            <a:cxnSpLocks/>
          </p:cNvCxnSpPr>
          <p:nvPr/>
        </p:nvCxnSpPr>
        <p:spPr>
          <a:xfrm rot="10800000">
            <a:off x="901700" y="5781090"/>
            <a:ext cx="1790700" cy="736342"/>
          </a:xfrm>
          <a:prstGeom prst="bentConnector3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3">
            <a:extLst>
              <a:ext uri="{FF2B5EF4-FFF2-40B4-BE49-F238E27FC236}">
                <a16:creationId xmlns:a16="http://schemas.microsoft.com/office/drawing/2014/main" id="{CC5EA8FE-0AE7-403D-9B9D-DC588DC92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54058" y="8153712"/>
            <a:ext cx="6692858" cy="132343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resolveErrorView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HttpServletResponse response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HttpStatus status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ErrorViewResolver resolver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errorViewResolvers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modelAndView = resolver.resolveErrorView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">
            <a:extLst>
              <a:ext uri="{FF2B5EF4-FFF2-40B4-BE49-F238E27FC236}">
                <a16:creationId xmlns:a16="http://schemas.microsoft.com/office/drawing/2014/main" id="{29790AAF-4339-4AEA-AC2E-2E5587CA8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9939" y="13037296"/>
            <a:ext cx="6019597" cy="15696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errorViewName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"error/"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在默认的静态资源模板的路径中区寻找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默认是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Template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TemplateAvailabilityProvider provider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templateAvailabilityProviders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.getProvider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errorViewName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applicationContext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provider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800" i="1">
              <a:solidFill>
                <a:srgbClr val="9876AA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errorViewName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如果是空就执行静态资源路径下取寻找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resolveResource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errorViewName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1D003D0D-5E97-4BF6-95F4-8265A8AB6490}"/>
              </a:ext>
            </a:extLst>
          </p:cNvPr>
          <p:cNvCxnSpPr/>
          <p:nvPr/>
        </p:nvCxnSpPr>
        <p:spPr>
          <a:xfrm>
            <a:off x="1917131" y="14606956"/>
            <a:ext cx="0" cy="152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714CC84-949D-45E2-95C4-ADFA95345BE7}"/>
              </a:ext>
            </a:extLst>
          </p:cNvPr>
          <p:cNvCxnSpPr/>
          <p:nvPr/>
        </p:nvCxnSpPr>
        <p:spPr>
          <a:xfrm>
            <a:off x="1993900" y="9477151"/>
            <a:ext cx="0" cy="851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FCF75D2-B571-439C-BDD1-413AC33DFA0E}"/>
              </a:ext>
            </a:extLst>
          </p:cNvPr>
          <p:cNvCxnSpPr/>
          <p:nvPr/>
        </p:nvCxnSpPr>
        <p:spPr>
          <a:xfrm>
            <a:off x="7807354" y="4692603"/>
            <a:ext cx="0" cy="1088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E86A8458-2FCE-44CB-BA1F-905E84A32CD2}"/>
              </a:ext>
            </a:extLst>
          </p:cNvPr>
          <p:cNvSpPr txBox="1"/>
          <p:nvPr/>
        </p:nvSpPr>
        <p:spPr>
          <a:xfrm>
            <a:off x="7426354" y="5767535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封装上一个请求的异常数据</a:t>
            </a:r>
            <a:r>
              <a:rPr lang="en-US" altLang="zh-CN" sz="1000"/>
              <a:t>,</a:t>
            </a:r>
            <a:r>
              <a:rPr lang="zh-CN" altLang="en-US" sz="1000"/>
              <a:t>返回成</a:t>
            </a:r>
            <a:r>
              <a:rPr lang="en-US" altLang="zh-CN" sz="1000"/>
              <a:t>json</a:t>
            </a:r>
            <a:r>
              <a:rPr lang="zh-CN" altLang="en-US" sz="1000"/>
              <a:t>对象</a:t>
            </a:r>
          </a:p>
        </p:txBody>
      </p:sp>
      <p:sp>
        <p:nvSpPr>
          <p:cNvPr id="56" name="Rectangle 5">
            <a:extLst>
              <a:ext uri="{FF2B5EF4-FFF2-40B4-BE49-F238E27FC236}">
                <a16:creationId xmlns:a16="http://schemas.microsoft.com/office/drawing/2014/main" id="{48EAB7EB-DB96-40FD-9833-0FEF32736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2581" y="16115061"/>
            <a:ext cx="4785284" cy="193899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resolveResource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location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resourceProperties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.getStaticLocations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Resource resource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applicationContext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.getResource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resource = resource.createRelative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viewName 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".html"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遍历每一个静态资源路径</a:t>
            </a: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如果有一个匹配到就返回</a:t>
            </a: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对象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resource.exists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HtmlResourceView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AEA1B8EF-843C-4C92-8235-3C4D6DA82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858" y="16451223"/>
            <a:ext cx="3914286" cy="1266667"/>
          </a:xfrm>
          <a:prstGeom prst="rect">
            <a:avLst/>
          </a:prstGeom>
        </p:spPr>
      </p:pic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BBBF8C4-15AE-40F4-8FAC-D1C76CCE5839}"/>
              </a:ext>
            </a:extLst>
          </p:cNvPr>
          <p:cNvCxnSpPr/>
          <p:nvPr/>
        </p:nvCxnSpPr>
        <p:spPr>
          <a:xfrm>
            <a:off x="3203532" y="16415170"/>
            <a:ext cx="2924175" cy="523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EF5DE5D-1D6E-43B4-B900-14356DD36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45438" y="10191661"/>
            <a:ext cx="6468437" cy="132343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resolveErrorView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HttpStatus status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如果有精确匹配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那么就直接匹配比如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404...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modelAndView = resolve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valueOf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status.value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如果精确匹配匹配不到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那么就进行模糊匹配比如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5xx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SERIES_VIEWS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.containsKey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status.series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= resolve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(SERIES_VIEWS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status.series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D97361E-F65B-48B8-AC63-AB488F3D3FAC}"/>
              </a:ext>
            </a:extLst>
          </p:cNvPr>
          <p:cNvCxnSpPr/>
          <p:nvPr/>
        </p:nvCxnSpPr>
        <p:spPr>
          <a:xfrm>
            <a:off x="1885424" y="11529191"/>
            <a:ext cx="0" cy="1465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854230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D577E29E-AE51-4EF0-A686-E85B626937A9}" vid="{E9AB96C3-DB1F-4A43-B8A4-7127552CCE6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85</TotalTime>
  <Words>686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7</cp:revision>
  <dcterms:created xsi:type="dcterms:W3CDTF">2021-03-01T11:35:13Z</dcterms:created>
  <dcterms:modified xsi:type="dcterms:W3CDTF">2021-03-01T13:04:08Z</dcterms:modified>
</cp:coreProperties>
</file>