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BA34D0D-9530-4BD1-8199-9B56D3258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974" y="-1647910"/>
            <a:ext cx="5907386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doDispatch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HttpServletResponse 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B11EE529-C6D2-4A9C-94E8-8010223FA2C1}"/>
              </a:ext>
            </a:extLst>
          </p:cNvPr>
          <p:cNvSpPr/>
          <p:nvPr/>
        </p:nvSpPr>
        <p:spPr>
          <a:xfrm>
            <a:off x="2902941" y="-1432466"/>
            <a:ext cx="92279" cy="105129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8A703C-C984-49B2-B6D5-9E01D22EE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839" y="-381172"/>
            <a:ext cx="2597186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 = checkMultipart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3EAA02-AD4C-4A54-A2B0-6C464A36B943}"/>
              </a:ext>
            </a:extLst>
          </p:cNvPr>
          <p:cNvSpPr txBox="1"/>
          <p:nvPr/>
        </p:nvSpPr>
        <p:spPr>
          <a:xfrm>
            <a:off x="5463120" y="-2811728"/>
            <a:ext cx="1493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 </a:t>
            </a:r>
            <a:r>
              <a:rPr lang="zh-CN" altLang="en-US" sz="1000"/>
              <a:t>文件上传底层源码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FAC0E53-13A0-4B40-9A1A-19E34922D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853" y="-1095447"/>
            <a:ext cx="6300123" cy="329320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checkMultipart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multipartResolver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multipartResolver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.isMultipart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getNativeRequest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MultipartHttpServletRequest.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request.getDispatcherType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.equals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DispatcherType.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REQUEST))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.trace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"Request already resolved to MultipartHttpServletRequest, e.g. by MultipartFilter"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hasMultipartException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"Multipart resolution previously failed for current request -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"skipping re-resolution for undisturbed error rendering"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multipartResolver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.resolveMultipart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request.getAttribute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ERROR_EXCEPTION_ATTRIBUTE)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"Multipart resolution failed for error dispatch"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Keep processing error dispatch with regular request handle below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E12C466-98F7-4285-AE48-D4DF1BCCB98A}"/>
              </a:ext>
            </a:extLst>
          </p:cNvPr>
          <p:cNvCxnSpPr/>
          <p:nvPr/>
        </p:nvCxnSpPr>
        <p:spPr>
          <a:xfrm>
            <a:off x="4310835" y="-273450"/>
            <a:ext cx="701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8B03B7C-ADE9-442B-B559-A0B7A1757769}"/>
              </a:ext>
            </a:extLst>
          </p:cNvPr>
          <p:cNvCxnSpPr/>
          <p:nvPr/>
        </p:nvCxnSpPr>
        <p:spPr>
          <a:xfrm flipV="1">
            <a:off x="8324035" y="-1980732"/>
            <a:ext cx="0" cy="1123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4">
            <a:extLst>
              <a:ext uri="{FF2B5EF4-FFF2-40B4-BE49-F238E27FC236}">
                <a16:creationId xmlns:a16="http://schemas.microsoft.com/office/drawing/2014/main" id="{5A4E31CF-249A-4593-970F-B027A9B97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588" y="-2565507"/>
            <a:ext cx="4841390" cy="5847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isMultipart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startsWithIgnoreCase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request.getContentType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"multipart/"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72FB83-FBC5-4135-ACC1-56D672B852E5}"/>
              </a:ext>
            </a:extLst>
          </p:cNvPr>
          <p:cNvSpPr txBox="1"/>
          <p:nvPr/>
        </p:nvSpPr>
        <p:spPr>
          <a:xfrm>
            <a:off x="8324035" y="-1894131"/>
            <a:ext cx="804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检查请求信息中是否是</a:t>
            </a:r>
            <a:r>
              <a:rPr lang="en-US" altLang="zh-CN" sz="1000"/>
              <a:t>multipart/ </a:t>
            </a:r>
            <a:r>
              <a:rPr lang="zh-CN" altLang="en-US" sz="1000"/>
              <a:t>开头的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E0A90D8-24E5-422B-8A42-2B4DCA2C142F}"/>
              </a:ext>
            </a:extLst>
          </p:cNvPr>
          <p:cNvCxnSpPr/>
          <p:nvPr/>
        </p:nvCxnSpPr>
        <p:spPr>
          <a:xfrm>
            <a:off x="7917635" y="531703"/>
            <a:ext cx="0" cy="2313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C09167D7-488E-4B23-896E-72C89EA0B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800" y="2545495"/>
            <a:ext cx="5290231" cy="378565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parseRequest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parts = request.getParts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multipartParameterNames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LinkedHashSet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&lt;&gt;(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parts.size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用来存放每一个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MultipartFile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集合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MultiValueMap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MultipartFile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files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LinkedMultiValueMap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&lt;&gt;(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parts.size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 part : parts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得到</a:t>
            </a: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中请求头中属性为</a:t>
            </a: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content_disposition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属性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headerValue = part.getHeader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HttpHeaders.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CONTENT_DISPOSITION)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解析这个请求头中的值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ContentDisposition disposition = ContentDisposition.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headerValue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得到</a:t>
            </a: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filename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filename = disposition.getFilename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filename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filename.startsWith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"=?"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filename.endsWith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"?="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filename = MimeDelegate.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decode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加入封装的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map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集合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files.add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StandardMultipartFile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multipartParameterNames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part.getName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setMultipartFiles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Throwable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handleParseFailure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644069E-3C66-4FEB-8D27-042DD87FD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902" y="5286672"/>
            <a:ext cx="2827606" cy="643121"/>
          </a:xfrm>
          <a:prstGeom prst="rect">
            <a:avLst/>
          </a:prstGeom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8546F2E-35F2-4D82-9F6D-D4266CBE7E35}"/>
              </a:ext>
            </a:extLst>
          </p:cNvPr>
          <p:cNvCxnSpPr>
            <a:cxnSpLocks/>
          </p:cNvCxnSpPr>
          <p:nvPr/>
        </p:nvCxnSpPr>
        <p:spPr>
          <a:xfrm flipH="1" flipV="1">
            <a:off x="7068005" y="3735771"/>
            <a:ext cx="1256030" cy="1627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箭头: 下 30">
            <a:extLst>
              <a:ext uri="{FF2B5EF4-FFF2-40B4-BE49-F238E27FC236}">
                <a16:creationId xmlns:a16="http://schemas.microsoft.com/office/drawing/2014/main" id="{4E8FFFD7-A554-402E-AE74-DA4857E939C2}"/>
              </a:ext>
            </a:extLst>
          </p:cNvPr>
          <p:cNvSpPr/>
          <p:nvPr/>
        </p:nvSpPr>
        <p:spPr>
          <a:xfrm>
            <a:off x="2831285" y="-165728"/>
            <a:ext cx="163935" cy="1501721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E467E1DE-3F1F-45FE-89F9-4EE5512C9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20" y="1335992"/>
            <a:ext cx="4168129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 = ha.handle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mappedHandler.getHandler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CF3D87A-241B-4B4D-BCC9-EE42956089F2}"/>
              </a:ext>
            </a:extLst>
          </p:cNvPr>
          <p:cNvCxnSpPr/>
          <p:nvPr/>
        </p:nvCxnSpPr>
        <p:spPr>
          <a:xfrm>
            <a:off x="2831284" y="1551436"/>
            <a:ext cx="0" cy="924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5EFA400-60B4-44A9-8DF0-093995843B49}"/>
              </a:ext>
            </a:extLst>
          </p:cNvPr>
          <p:cNvSpPr txBox="1"/>
          <p:nvPr/>
        </p:nvSpPr>
        <p:spPr>
          <a:xfrm>
            <a:off x="2831284" y="1890346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42" name="Rectangle 11">
            <a:extLst>
              <a:ext uri="{FF2B5EF4-FFF2-40B4-BE49-F238E27FC236}">
                <a16:creationId xmlns:a16="http://schemas.microsoft.com/office/drawing/2014/main" id="{640DD228-02A7-4925-87CC-880620C33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49" y="2456616"/>
            <a:ext cx="4471383" cy="33855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dataBinderFactory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3F9204C-9DAB-4EDA-82DB-5EB9F81677F5}"/>
              </a:ext>
            </a:extLst>
          </p:cNvPr>
          <p:cNvCxnSpPr>
            <a:cxnSpLocks/>
          </p:cNvCxnSpPr>
          <p:nvPr/>
        </p:nvCxnSpPr>
        <p:spPr>
          <a:xfrm>
            <a:off x="2739845" y="2795170"/>
            <a:ext cx="0" cy="1218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2ED6410A-1B90-48CF-BB4A-F25EB5AC71C8}"/>
              </a:ext>
            </a:extLst>
          </p:cNvPr>
          <p:cNvSpPr txBox="1"/>
          <p:nvPr/>
        </p:nvSpPr>
        <p:spPr>
          <a:xfrm>
            <a:off x="2677232" y="3103660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调用合适的解析器来解析参数</a:t>
            </a:r>
          </a:p>
        </p:txBody>
      </p:sp>
      <p:sp>
        <p:nvSpPr>
          <p:cNvPr id="47" name="Rectangle 13">
            <a:extLst>
              <a:ext uri="{FF2B5EF4-FFF2-40B4-BE49-F238E27FC236}">
                <a16:creationId xmlns:a16="http://schemas.microsoft.com/office/drawing/2014/main" id="{A7B2EEBA-E5AF-4904-ABCE-680C38558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9714" y="4014132"/>
            <a:ext cx="5851282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mpArg = MultipartResolutionDelegate.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resolveMultipartArgument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14">
            <a:extLst>
              <a:ext uri="{FF2B5EF4-FFF2-40B4-BE49-F238E27FC236}">
                <a16:creationId xmlns:a16="http://schemas.microsoft.com/office/drawing/2014/main" id="{714C4711-1DB5-422C-9781-3249AF7DC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05" y="4828860"/>
            <a:ext cx="4336444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multipartRequest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 multipartRequest.getFile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B7996E19-EB4A-416F-9A47-524DF7FEB7AD}"/>
              </a:ext>
            </a:extLst>
          </p:cNvPr>
          <p:cNvCxnSpPr>
            <a:endCxn id="49" idx="0"/>
          </p:cNvCxnSpPr>
          <p:nvPr/>
        </p:nvCxnSpPr>
        <p:spPr>
          <a:xfrm>
            <a:off x="2747127" y="4229576"/>
            <a:ext cx="0" cy="59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DC0893B4-6556-4662-AF86-6312101428B7}"/>
              </a:ext>
            </a:extLst>
          </p:cNvPr>
          <p:cNvSpPr txBox="1"/>
          <p:nvPr/>
        </p:nvSpPr>
        <p:spPr>
          <a:xfrm>
            <a:off x="2739326" y="4606900"/>
            <a:ext cx="2526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返回用集合封装的属性</a:t>
            </a:r>
            <a:r>
              <a:rPr lang="en-US" altLang="zh-CN" sz="1000"/>
              <a:t>,</a:t>
            </a:r>
            <a:r>
              <a:rPr lang="zh-CN" altLang="en-US" sz="1000"/>
              <a:t>给方法完成赋值</a:t>
            </a:r>
          </a:p>
        </p:txBody>
      </p:sp>
    </p:spTree>
    <p:extLst>
      <p:ext uri="{BB962C8B-B14F-4D97-AF65-F5344CB8AC3E}">
        <p14:creationId xmlns:p14="http://schemas.microsoft.com/office/powerpoint/2010/main" val="187630161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D577E29E-AE51-4EF0-A686-E85B626937A9}" vid="{E9AB96C3-DB1F-4A43-B8A4-7127552CCE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388</TotalTime>
  <Words>647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5</cp:revision>
  <dcterms:created xsi:type="dcterms:W3CDTF">2021-03-01T04:28:25Z</dcterms:created>
  <dcterms:modified xsi:type="dcterms:W3CDTF">2021-03-01T12:41:26Z</dcterms:modified>
</cp:coreProperties>
</file>