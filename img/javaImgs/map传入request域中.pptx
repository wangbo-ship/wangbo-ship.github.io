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84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>
            <a:extLst>
              <a:ext uri="{FF2B5EF4-FFF2-40B4-BE49-F238E27FC236}">
                <a16:creationId xmlns:a16="http://schemas.microsoft.com/office/drawing/2014/main" id="{85E33AD1-1273-456D-AFAE-004B09368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3011" y="-1843514"/>
            <a:ext cx="6778305" cy="409342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invokeAndHandle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ServletWebRequest webRequest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Object... providedArgs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获取返回值对象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 = invokeForRequest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providedArgs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setResponseStatus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 ==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isRequestNotModified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|| getResponseStatus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|| mavContainer.isRequestHandled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disableContentCachingIfNecessary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mavContainer.setRequestHandled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return;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if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StringUtils.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hasText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getResponseStatusReason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 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mavContainer.setRequestHandled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return;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//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初始化</a:t>
            </a: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isRequestHandled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属性</a:t>
            </a: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如果这个属性的值为</a:t>
            </a: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true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那么就不经过视图解析器了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mavContainer.setRequestHandled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returnValueHandlers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return value handlers"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try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10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进行处理返回值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returnValueHandlers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.handleReturnValue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getReturnValueType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50DE40A-075F-4DD7-9F64-DEFFA80DE7C1}"/>
              </a:ext>
            </a:extLst>
          </p:cNvPr>
          <p:cNvCxnSpPr/>
          <p:nvPr/>
        </p:nvCxnSpPr>
        <p:spPr>
          <a:xfrm>
            <a:off x="9617298" y="2642264"/>
            <a:ext cx="0" cy="80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1">
            <a:extLst>
              <a:ext uri="{FF2B5EF4-FFF2-40B4-BE49-F238E27FC236}">
                <a16:creationId xmlns:a16="http://schemas.microsoft.com/office/drawing/2014/main" id="{2228E72F-0AA0-43B3-A61A-5602CBF28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3011" y="2405000"/>
            <a:ext cx="8225329" cy="147732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handleReturnValue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returnType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  //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获取合适的</a:t>
            </a: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handler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处理器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HandlerMethodReturnValueHandler handler = selectHandler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 ==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"Unknown return value type: "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returnType.getParameterType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.getName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handler.handleReturnValue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DFCEAE9-5C53-4AE6-AB4E-90217D988A6B}"/>
              </a:ext>
            </a:extLst>
          </p:cNvPr>
          <p:cNvCxnSpPr/>
          <p:nvPr/>
        </p:nvCxnSpPr>
        <p:spPr>
          <a:xfrm>
            <a:off x="10459271" y="1788249"/>
            <a:ext cx="0" cy="75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EC4D83B-0822-4E42-862E-68BB9FDE733A}"/>
              </a:ext>
            </a:extLst>
          </p:cNvPr>
          <p:cNvCxnSpPr>
            <a:cxnSpLocks/>
          </p:cNvCxnSpPr>
          <p:nvPr/>
        </p:nvCxnSpPr>
        <p:spPr>
          <a:xfrm flipV="1">
            <a:off x="13857540" y="2246864"/>
            <a:ext cx="555146" cy="832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B655C10-FB7A-468F-8E8B-A31F21651462}"/>
              </a:ext>
            </a:extLst>
          </p:cNvPr>
          <p:cNvCxnSpPr>
            <a:cxnSpLocks/>
          </p:cNvCxnSpPr>
          <p:nvPr/>
        </p:nvCxnSpPr>
        <p:spPr>
          <a:xfrm>
            <a:off x="10743404" y="3527539"/>
            <a:ext cx="0" cy="805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6A963D55-D9F6-4B1A-97F2-3CC24E3975DD}"/>
              </a:ext>
            </a:extLst>
          </p:cNvPr>
          <p:cNvSpPr txBox="1"/>
          <p:nvPr/>
        </p:nvSpPr>
        <p:spPr>
          <a:xfrm>
            <a:off x="10002071" y="3830873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这个处理器来处理这个返回值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C35A4158-7732-4004-B471-10C51B859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1737" y="-360781"/>
            <a:ext cx="3001922" cy="1323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getModelAndView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mavContainer.isRequestHandled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null;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75E0CEC-93E0-41BE-9A48-5733AF17B5FF}"/>
              </a:ext>
            </a:extLst>
          </p:cNvPr>
          <p:cNvCxnSpPr>
            <a:cxnSpLocks/>
          </p:cNvCxnSpPr>
          <p:nvPr/>
        </p:nvCxnSpPr>
        <p:spPr>
          <a:xfrm flipV="1">
            <a:off x="11516264" y="422748"/>
            <a:ext cx="1705797" cy="760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E0E78F32-C743-49B4-BD75-F984EBDAD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345" y="2061048"/>
            <a:ext cx="5723729" cy="176522"/>
          </a:xfrm>
          <a:prstGeom prst="rect">
            <a:avLst/>
          </a:prstGeom>
        </p:spPr>
      </p:pic>
      <p:sp>
        <p:nvSpPr>
          <p:cNvPr id="35" name="Rectangle 1">
            <a:extLst>
              <a:ext uri="{FF2B5EF4-FFF2-40B4-BE49-F238E27FC236}">
                <a16:creationId xmlns:a16="http://schemas.microsoft.com/office/drawing/2014/main" id="{F893D309-0F4E-47DC-8CBE-2D0E80D15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3011" y="4333415"/>
            <a:ext cx="6462025" cy="209288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handleReturnValue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returnValue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returnType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如果是字符串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returnValue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CharSequence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viewName = returnValue.toString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10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//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放到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lang="zh-CN" altLang="en-US" sz="1000">
                <a:solidFill>
                  <a:srgbClr val="CC7832"/>
                </a:solidFill>
                <a:latin typeface="Consolas" panose="020B0609020204030204" pitchFamily="49" charset="0"/>
              </a:rPr>
              <a:t>里面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mavContainer.setViewName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isRedirectViewName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viewName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mavContainer.setRedirectModelScenario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8D4262B-6A2D-4EC4-BF06-BEBE13561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3822" y="5218458"/>
            <a:ext cx="1963666" cy="161397"/>
          </a:xfrm>
          <a:prstGeom prst="rect">
            <a:avLst/>
          </a:prstGeom>
        </p:spPr>
      </p:pic>
      <p:sp>
        <p:nvSpPr>
          <p:cNvPr id="38" name="Rectangle 2">
            <a:extLst>
              <a:ext uri="{FF2B5EF4-FFF2-40B4-BE49-F238E27FC236}">
                <a16:creationId xmlns:a16="http://schemas.microsoft.com/office/drawing/2014/main" id="{B36E08A6-BCD9-4DEC-9D1D-242AA09AB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556" y="-897087"/>
            <a:ext cx="4628190" cy="116955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invocableMethod.invokeAndHandle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asyncManager.isConcurrentHandlingStarted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null;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10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getModelAndView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modelFactory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0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D53224F7-FC0D-4BFB-BB5C-96C1227F580B}"/>
              </a:ext>
            </a:extLst>
          </p:cNvPr>
          <p:cNvCxnSpPr>
            <a:cxnSpLocks/>
          </p:cNvCxnSpPr>
          <p:nvPr/>
        </p:nvCxnSpPr>
        <p:spPr>
          <a:xfrm flipV="1">
            <a:off x="7513608" y="-1692273"/>
            <a:ext cx="1879403" cy="1071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52660863-1581-4AC8-BC7D-956F0C51018B}"/>
              </a:ext>
            </a:extLst>
          </p:cNvPr>
          <p:cNvCxnSpPr>
            <a:cxnSpLocks/>
          </p:cNvCxnSpPr>
          <p:nvPr/>
        </p:nvCxnSpPr>
        <p:spPr>
          <a:xfrm rot="10800000">
            <a:off x="-1204683" y="-1959428"/>
            <a:ext cx="5951910" cy="1959428"/>
          </a:xfrm>
          <a:prstGeom prst="bentConnector3">
            <a:avLst>
              <a:gd name="adj1" fmla="val 107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3">
            <a:extLst>
              <a:ext uri="{FF2B5EF4-FFF2-40B4-BE49-F238E27FC236}">
                <a16:creationId xmlns:a16="http://schemas.microsoft.com/office/drawing/2014/main" id="{FF3EE5FA-BD10-473D-830D-FE5754E5F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80697" y="-2110155"/>
            <a:ext cx="5795176" cy="329320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getModelAndView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ModelFactory modelFactory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关于绑定器的内容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modelFactory.updateModel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mavContainer.isRequestHandled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把默认参数封装到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model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 model = mavContainer.getModel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封装成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ModelAndView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 mav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mavContainer.getViewName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mavContainer.getStatus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!mavContainer.isViewReference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mav.setView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mavContainer.getView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如果是重定向参数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那么执行这个方法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RedirectAttributes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flashAttributes 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RedirectAttributes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.getFlashAttributes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 = webRequest.getNativeRequest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RequestContextUtils.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getOutputFlashMap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.putAll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flashAttributes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4">
            <a:extLst>
              <a:ext uri="{FF2B5EF4-FFF2-40B4-BE49-F238E27FC236}">
                <a16:creationId xmlns:a16="http://schemas.microsoft.com/office/drawing/2014/main" id="{861482B3-741A-4E01-845E-9C480A6B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06164" y="-1391833"/>
            <a:ext cx="4200189" cy="169277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useDefaultModel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把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mavContainer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中的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defaultModel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属性拿出来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就是处理器方法参数中的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map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model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defaultModel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处理重定向带参数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redirectModel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59808003-9EA9-4442-9085-FC67B27439C2}"/>
              </a:ext>
            </a:extLst>
          </p:cNvPr>
          <p:cNvCxnSpPr>
            <a:cxnSpLocks/>
          </p:cNvCxnSpPr>
          <p:nvPr/>
        </p:nvCxnSpPr>
        <p:spPr>
          <a:xfrm flipH="1">
            <a:off x="-2957110" y="-773208"/>
            <a:ext cx="776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图片 57">
            <a:extLst>
              <a:ext uri="{FF2B5EF4-FFF2-40B4-BE49-F238E27FC236}">
                <a16:creationId xmlns:a16="http://schemas.microsoft.com/office/drawing/2014/main" id="{8533ED53-E9F0-4061-AE61-B1AE7F9CC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66" y="-1670050"/>
            <a:ext cx="2333333" cy="942857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CFB5F056-588A-4704-9246-1A1F77A2B33F}"/>
              </a:ext>
            </a:extLst>
          </p:cNvPr>
          <p:cNvSpPr txBox="1"/>
          <p:nvPr/>
        </p:nvSpPr>
        <p:spPr>
          <a:xfrm>
            <a:off x="-745469" y="1183054"/>
            <a:ext cx="22259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至此</a:t>
            </a:r>
            <a:r>
              <a:rPr lang="en-US" altLang="zh-CN" sz="1000"/>
              <a:t>,mv=ha.handler(processedRequest,response,mappedHandler.getHandler());</a:t>
            </a:r>
            <a:r>
              <a:rPr lang="zh-CN" altLang="en-US" sz="1000"/>
              <a:t>执行完成</a:t>
            </a:r>
            <a:endParaRPr lang="en-US" altLang="zh-CN" sz="1000"/>
          </a:p>
        </p:txBody>
      </p:sp>
      <p:sp>
        <p:nvSpPr>
          <p:cNvPr id="60" name="Rectangle 5">
            <a:extLst>
              <a:ext uri="{FF2B5EF4-FFF2-40B4-BE49-F238E27FC236}">
                <a16:creationId xmlns:a16="http://schemas.microsoft.com/office/drawing/2014/main" id="{D11B94CD-F3AF-4C74-96DA-89DD1D244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69" y="1665030"/>
            <a:ext cx="5290231" cy="255454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Actually invoke the handler.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 = ha.handle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mappedHandler.getHandler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asyncManager.isConcurrentHandlingStarted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applyDefaultViewName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mappedHandler.applyPostHandle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dispatchException = ex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Throwable err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As of 4.3, we're processing Errors thrown from handler methods as well,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// making them available for @ExceptionHandler methods and other scenarios.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dispatchException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NestedServletException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"Handler dispatch failed"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processDispatchResult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processedRequest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mappedHandler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dispatchException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D421B15-FAEE-43CE-9484-FAD13BAB20F8}"/>
              </a:ext>
            </a:extLst>
          </p:cNvPr>
          <p:cNvCxnSpPr/>
          <p:nvPr/>
        </p:nvCxnSpPr>
        <p:spPr>
          <a:xfrm>
            <a:off x="800100" y="1460053"/>
            <a:ext cx="4048125" cy="444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2559A98-1308-45DC-B0F1-631D74E2411C}"/>
              </a:ext>
            </a:extLst>
          </p:cNvPr>
          <p:cNvCxnSpPr>
            <a:cxnSpLocks/>
          </p:cNvCxnSpPr>
          <p:nvPr/>
        </p:nvCxnSpPr>
        <p:spPr>
          <a:xfrm flipH="1" flipV="1">
            <a:off x="1771272" y="2543499"/>
            <a:ext cx="2457828" cy="1492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">
            <a:extLst>
              <a:ext uri="{FF2B5EF4-FFF2-40B4-BE49-F238E27FC236}">
                <a16:creationId xmlns:a16="http://schemas.microsoft.com/office/drawing/2014/main" id="{B55437E3-DE7C-4075-ABFF-E42D950B1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18946" y="2432082"/>
            <a:ext cx="5290218" cy="2308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void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processDispatchResult</a:t>
            </a:r>
            <a:r>
              <a:rPr kumimoji="0" lang="en-US" altLang="zh-CN" sz="9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484692C3-A5AF-458A-B351-2CE2D2AA9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85495" y="4964370"/>
            <a:ext cx="12192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view.render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mv.getModelInternal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829BFEE5-30EE-4767-A1B5-1F8BEFDD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85495" y="4518057"/>
            <a:ext cx="12192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Rectangle 10">
            <a:extLst>
              <a:ext uri="{FF2B5EF4-FFF2-40B4-BE49-F238E27FC236}">
                <a16:creationId xmlns:a16="http://schemas.microsoft.com/office/drawing/2014/main" id="{E7AD8459-FEC3-4CAE-AABE-37192E2F6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05975" y="2224057"/>
            <a:ext cx="4438703" cy="2308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mv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9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Rectangle 11">
            <a:extLst>
              <a:ext uri="{FF2B5EF4-FFF2-40B4-BE49-F238E27FC236}">
                <a16:creationId xmlns:a16="http://schemas.microsoft.com/office/drawing/2014/main" id="{B25E5254-9418-407C-B87C-366CB8662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89034" y="6116237"/>
            <a:ext cx="4448654" cy="21544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renderMergedOutputModel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mergedModel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getRequestToExpose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98756F50-D668-4FB7-9557-660253190491}"/>
              </a:ext>
            </a:extLst>
          </p:cNvPr>
          <p:cNvCxnSpPr/>
          <p:nvPr/>
        </p:nvCxnSpPr>
        <p:spPr>
          <a:xfrm>
            <a:off x="-6035419" y="12745320"/>
            <a:ext cx="0" cy="71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12">
            <a:extLst>
              <a:ext uri="{FF2B5EF4-FFF2-40B4-BE49-F238E27FC236}">
                <a16:creationId xmlns:a16="http://schemas.microsoft.com/office/drawing/2014/main" id="{8388A66F-C75F-48D3-8652-ACB0FF000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89034" y="7136852"/>
            <a:ext cx="6300123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renderMergedOutputModel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HttpServletResponse response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Expose the model object as request attributes.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exposeModelAsRequestAttributes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AFE999D8-4FAE-4697-A143-CB9D7E721AE8}"/>
              </a:ext>
            </a:extLst>
          </p:cNvPr>
          <p:cNvCxnSpPr/>
          <p:nvPr/>
        </p:nvCxnSpPr>
        <p:spPr>
          <a:xfrm>
            <a:off x="-1204683" y="5397947"/>
            <a:ext cx="0" cy="718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F2D96A51-C7B4-4D33-89C1-B0862FBD2F9D}"/>
              </a:ext>
            </a:extLst>
          </p:cNvPr>
          <p:cNvCxnSpPr>
            <a:cxnSpLocks/>
          </p:cNvCxnSpPr>
          <p:nvPr/>
        </p:nvCxnSpPr>
        <p:spPr>
          <a:xfrm>
            <a:off x="-5181598" y="15726350"/>
            <a:ext cx="0" cy="805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13">
            <a:extLst>
              <a:ext uri="{FF2B5EF4-FFF2-40B4-BE49-F238E27FC236}">
                <a16:creationId xmlns:a16="http://schemas.microsoft.com/office/drawing/2014/main" id="{7EFC60CE-8B98-474F-9D59-20D0BA17D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89034" y="8779411"/>
            <a:ext cx="4224233" cy="169277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exposeModelAsRequestAttributes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HttpServletRequest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model.forEach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-&gt;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389C5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.setAttribute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389C5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.removeAttribute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F3E00A71-B06C-4B51-A590-D7055D6603C0}"/>
              </a:ext>
            </a:extLst>
          </p:cNvPr>
          <p:cNvCxnSpPr/>
          <p:nvPr/>
        </p:nvCxnSpPr>
        <p:spPr>
          <a:xfrm>
            <a:off x="-1988457" y="7967849"/>
            <a:ext cx="0" cy="805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F2A9D78-6CBE-4FA8-8BA6-41DFF60BE711}"/>
              </a:ext>
            </a:extLst>
          </p:cNvPr>
          <p:cNvCxnSpPr/>
          <p:nvPr/>
        </p:nvCxnSpPr>
        <p:spPr>
          <a:xfrm>
            <a:off x="-2286000" y="6331681"/>
            <a:ext cx="0" cy="805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08438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C1362307-8C37-4708-BDD8-3034088B2B84}" vid="{427945C1-03DE-4FCB-9144-F1300B952A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375</TotalTime>
  <Words>1109</Words>
  <Application>Microsoft Office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11</cp:revision>
  <dcterms:created xsi:type="dcterms:W3CDTF">2021-02-24T07:56:04Z</dcterms:created>
  <dcterms:modified xsi:type="dcterms:W3CDTF">2021-02-27T09:21:54Z</dcterms:modified>
</cp:coreProperties>
</file>