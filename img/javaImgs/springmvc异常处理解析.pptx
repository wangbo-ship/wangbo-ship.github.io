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C06B0-E902-4F72-9B24-EE35F058E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84DFEA-8BE2-49D7-92B2-DC92BEEBC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3E81C7-77B0-48AA-9319-A2BED3584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8880EE-EC4A-47A8-A5A0-EDEE5807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B5F6F8-6D36-486A-9EDD-50A90C38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704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D3946-E763-4118-8D2A-FA02AA1F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986E92-DC06-4585-9BDC-2BCBED1EB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6A57A-462F-40C0-9384-0BE456C4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6EC460-FA13-401B-A65E-A09A7AAC1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A2F905-AF6C-4073-81C9-840991C69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30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178B19-B3E8-46EC-820B-7D8D30172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EC1001-0B6E-4208-B6C7-DB34CA841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2C8F8-0121-4422-AD6F-F69601CB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50B4A9-B5E0-4991-BDA4-E82BC5DBD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59F6D1-B4DC-4C3E-B10C-F6553F09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059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08C6-B51C-4C6B-870A-3FD6A52E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50D0FD-2867-405D-8CB5-75F64C7CC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9BC6CA-80BF-424D-A0C5-511FAA1F2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C17110-F47A-43D2-91F1-24A691D7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9A4563-FB4E-40B8-9413-99EC15AD2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C4C18A-1B2B-43F6-BE7D-B9E7FB38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32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13833B-CECC-4209-8435-F07DC4F1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943CA-2904-4380-BE4B-F6732A958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EAFEA1-0E1E-4967-9ADF-39B695CD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ECF7F9-E322-47E0-AA42-01E504E6D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95A9274-915B-4212-9E04-85CBDF6ECD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414A8E-D6F8-4AA6-A50F-195947D3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B9DA71-4DB4-44C1-800E-F7670259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2B3E668-FFC0-49D1-8188-EBA10A23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39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80C7E-D9DF-496A-B4D7-3DCE9B8A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833235B-CF7D-4E13-A40C-5BC5C340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D60EF1D-2E9F-4422-A312-1465C6870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CE9CC41-FDA5-440D-843F-FAC431DD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A0414E-A40B-4671-B2E5-B55090170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55023F2-EA3D-4A4B-A8BC-FC03438C6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F0ADCB-D5EE-4CB6-B687-F709B810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080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DFFD43-92F4-494C-87C7-BC14E67B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8BFA2B-AAC8-4CA7-9284-0959BB50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625843-B68E-45A7-AA03-C56F6CEC19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329793-F974-4BEF-A9B5-C83440F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0B8B9-FFCB-4DE0-82D1-260F57574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B92629-7F9A-449F-847C-231740F7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55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AB489-210F-4B92-8633-07B5DC0B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CAF489-D332-4AE4-A7C2-F8AB457BD6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71D03D-DA97-4778-9C3B-4C7F222074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54B1B-AA67-4C55-9E7B-B8E9E185D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7C7D24-8036-4A60-A787-6F63FEEB5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FD6CC5-E69E-4248-A9F5-5DB25955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15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48BFB-78D0-452D-BDA3-702BD9EF6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9F5E2F7-69B2-4922-A677-71EA566D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56800-FA0E-480B-93FB-F4F79128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F323D3-C80E-4FCE-AC59-76E23E62F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B2B0D-7748-4EE2-A0CB-15E3936F5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028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C90578-6D5E-4625-BE72-AB91980989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86027F-1D69-4DA3-B9D9-F9DBC7EFB7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412BD-11B9-44D1-A387-D6DB361F4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AE32E5-0177-4BB9-BF81-5B85392A8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B56C1-B2DF-4AA3-B9B6-F32EFE5D7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49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AC09A32-CBE1-45C7-84F7-B15034B71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06DB6C-D3B3-4EDF-8792-8AEABAD0E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92BD2-EA49-4DE5-96AD-B9C1F326F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26698-D881-456C-B599-7E7D35B867C8}" type="datetimeFigureOut">
              <a:rPr lang="zh-CN" altLang="en-US" smtClean="0"/>
              <a:t>2021/3/2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56ED75-4C84-4E5A-BDB8-59B8A07042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EDEECA-3D5E-4056-9E37-1A3FEEC0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8DDE0F-1D44-4AEE-A36E-2B6B3763B1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821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191CFB1-E7BB-4789-8A4E-315CF567A4EA}"/>
              </a:ext>
            </a:extLst>
          </p:cNvPr>
          <p:cNvSpPr txBox="1"/>
          <p:nvPr/>
        </p:nvSpPr>
        <p:spPr>
          <a:xfrm>
            <a:off x="5385732" y="0"/>
            <a:ext cx="91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springmvc</a:t>
            </a:r>
            <a:r>
              <a:rPr lang="zh-CN" altLang="en-US" sz="1000"/>
              <a:t>底层异常处理机制解析流程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6C54C8-3C0E-4B8D-9B2B-F408F539AC53}"/>
              </a:ext>
            </a:extLst>
          </p:cNvPr>
          <p:cNvSpPr txBox="1"/>
          <p:nvPr/>
        </p:nvSpPr>
        <p:spPr>
          <a:xfrm>
            <a:off x="5385732" y="1128319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通过遍历</a:t>
            </a:r>
            <a:r>
              <a:rPr lang="en-US" altLang="zh-CN" sz="1000"/>
              <a:t>HandlerExceptionResolver</a:t>
            </a:r>
            <a:endParaRPr lang="zh-CN" altLang="en-US" sz="100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AC7564F6-C90C-4F35-A2A5-B571A1E28F43}"/>
              </a:ext>
            </a:extLst>
          </p:cNvPr>
          <p:cNvCxnSpPr>
            <a:cxnSpLocks/>
          </p:cNvCxnSpPr>
          <p:nvPr/>
        </p:nvCxnSpPr>
        <p:spPr>
          <a:xfrm>
            <a:off x="5771625" y="570451"/>
            <a:ext cx="0" cy="490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0D6DE71-A0FC-4735-A437-C9D20AAF8C57}"/>
              </a:ext>
            </a:extLst>
          </p:cNvPr>
          <p:cNvCxnSpPr>
            <a:cxnSpLocks/>
          </p:cNvCxnSpPr>
          <p:nvPr/>
        </p:nvCxnSpPr>
        <p:spPr>
          <a:xfrm>
            <a:off x="5771625" y="1631658"/>
            <a:ext cx="0" cy="599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491677EF-775A-4338-BCEB-C35FB1F17FC1}"/>
              </a:ext>
            </a:extLst>
          </p:cNvPr>
          <p:cNvSpPr txBox="1"/>
          <p:nvPr/>
        </p:nvSpPr>
        <p:spPr>
          <a:xfrm>
            <a:off x="5385732" y="2231472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当匹配到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7D3048E-14CB-4E41-B275-644F84346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455" y="2283153"/>
            <a:ext cx="2066667" cy="142857"/>
          </a:xfrm>
          <a:prstGeom prst="rect">
            <a:avLst/>
          </a:prstGeom>
        </p:spPr>
      </p:pic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01E9B9CB-23DE-40DD-9E3E-4DFCBB9718BD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3882611" y="2504080"/>
            <a:ext cx="1479260" cy="600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4D46CE8D-E97D-4310-B5BA-20D60CA49FB8}"/>
              </a:ext>
            </a:extLst>
          </p:cNvPr>
          <p:cNvSpPr txBox="1"/>
          <p:nvPr/>
        </p:nvSpPr>
        <p:spPr>
          <a:xfrm>
            <a:off x="2968211" y="3104918"/>
            <a:ext cx="1828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如果是解析</a:t>
            </a:r>
            <a:r>
              <a:rPr lang="en-US" altLang="zh-CN" sz="1000"/>
              <a:t>ExceptionHandlerExceptionResolver</a:t>
            </a:r>
            <a:r>
              <a:rPr lang="zh-CN" altLang="en-US" sz="1000"/>
              <a:t>解析器</a:t>
            </a:r>
            <a:r>
              <a:rPr lang="en-US" altLang="zh-CN" sz="1000"/>
              <a:t>(@ExceptionHandler</a:t>
            </a:r>
            <a:r>
              <a:rPr lang="zh-CN" altLang="en-US" sz="1000"/>
              <a:t>局部异常处理</a:t>
            </a:r>
            <a:r>
              <a:rPr lang="en-US" altLang="zh-CN" sz="1000"/>
              <a:t>,@ControllerAdvice</a:t>
            </a:r>
            <a:r>
              <a:rPr lang="zh-CN" altLang="en-US" sz="1000"/>
              <a:t>全局异常处理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D69570D-BC3D-4A1B-8BCA-C67F54417D40}"/>
              </a:ext>
            </a:extLst>
          </p:cNvPr>
          <p:cNvCxnSpPr>
            <a:cxnSpLocks/>
          </p:cNvCxnSpPr>
          <p:nvPr/>
        </p:nvCxnSpPr>
        <p:spPr>
          <a:xfrm>
            <a:off x="3984771" y="3712183"/>
            <a:ext cx="0" cy="765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520F1732-CF05-4F95-B4E3-985ACAB1F51B}"/>
              </a:ext>
            </a:extLst>
          </p:cNvPr>
          <p:cNvSpPr txBox="1"/>
          <p:nvPr/>
        </p:nvSpPr>
        <p:spPr>
          <a:xfrm>
            <a:off x="3604469" y="4439819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返回当前异常返回的</a:t>
            </a:r>
            <a:r>
              <a:rPr lang="en-US" altLang="zh-CN" sz="1000"/>
              <a:t>modelandView</a:t>
            </a:r>
            <a:endParaRPr lang="zh-CN" altLang="en-US" sz="100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01152ED-26B8-4BC6-BA42-8815CD10C77C}"/>
              </a:ext>
            </a:extLst>
          </p:cNvPr>
          <p:cNvCxnSpPr>
            <a:cxnSpLocks/>
          </p:cNvCxnSpPr>
          <p:nvPr/>
        </p:nvCxnSpPr>
        <p:spPr>
          <a:xfrm>
            <a:off x="3984771" y="4918316"/>
            <a:ext cx="0" cy="69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78725BE3-13CA-48E2-8C88-22606111ED78}"/>
              </a:ext>
            </a:extLst>
          </p:cNvPr>
          <p:cNvSpPr txBox="1"/>
          <p:nvPr/>
        </p:nvSpPr>
        <p:spPr>
          <a:xfrm>
            <a:off x="3604469" y="5592421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进行请求的处理和转发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7EEDCDCD-364D-4619-BE99-8360B172F67C}"/>
              </a:ext>
            </a:extLst>
          </p:cNvPr>
          <p:cNvCxnSpPr>
            <a:cxnSpLocks/>
          </p:cNvCxnSpPr>
          <p:nvPr/>
        </p:nvCxnSpPr>
        <p:spPr>
          <a:xfrm>
            <a:off x="5826108" y="2347114"/>
            <a:ext cx="0" cy="758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551E1A30-F7F6-4D3E-A5BC-5A3B6203B7BD}"/>
              </a:ext>
            </a:extLst>
          </p:cNvPr>
          <p:cNvSpPr txBox="1"/>
          <p:nvPr/>
        </p:nvSpPr>
        <p:spPr>
          <a:xfrm>
            <a:off x="5528255" y="3104918"/>
            <a:ext cx="9144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如果解析的是</a:t>
            </a:r>
            <a:r>
              <a:rPr lang="en-US" altLang="zh-CN" sz="1000"/>
              <a:t>responseStatusExceptionResolver</a:t>
            </a:r>
            <a:r>
              <a:rPr lang="zh-CN" altLang="en-US" sz="1000"/>
              <a:t>异常处理器</a:t>
            </a:r>
            <a:r>
              <a:rPr lang="en-US" altLang="zh-CN" sz="1000"/>
              <a:t>,</a:t>
            </a:r>
            <a:r>
              <a:rPr lang="zh-CN" altLang="en-US" sz="1000"/>
              <a:t>判断出现的异常类上面是否有</a:t>
            </a:r>
            <a:r>
              <a:rPr lang="en-US" altLang="zh-CN" sz="1000"/>
              <a:t>responseStatusException</a:t>
            </a:r>
            <a:r>
              <a:rPr lang="zh-CN" altLang="en-US" sz="1000"/>
              <a:t>异常注解</a:t>
            </a: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43555882-A0E3-4979-BC6C-18B244C4C2FA}"/>
              </a:ext>
            </a:extLst>
          </p:cNvPr>
          <p:cNvCxnSpPr/>
          <p:nvPr/>
        </p:nvCxnSpPr>
        <p:spPr>
          <a:xfrm>
            <a:off x="5842932" y="4630723"/>
            <a:ext cx="0" cy="696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A76ADFEF-AFB6-4689-AE86-E0E81FF3742B}"/>
              </a:ext>
            </a:extLst>
          </p:cNvPr>
          <p:cNvSpPr txBox="1"/>
          <p:nvPr/>
        </p:nvSpPr>
        <p:spPr>
          <a:xfrm>
            <a:off x="5528255" y="5327009"/>
            <a:ext cx="9144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通过</a:t>
            </a:r>
            <a:r>
              <a:rPr lang="en-US" altLang="zh-CN" sz="1000"/>
              <a:t>response.sendError</a:t>
            </a:r>
            <a:r>
              <a:rPr lang="zh-CN" altLang="en-US" sz="1000"/>
              <a:t>返回新的一个</a:t>
            </a:r>
            <a:r>
              <a:rPr lang="en-US" altLang="zh-CN" sz="1000"/>
              <a:t>Error</a:t>
            </a:r>
            <a:r>
              <a:rPr lang="zh-CN" altLang="en-US" sz="1000"/>
              <a:t>请求</a:t>
            </a:r>
            <a:r>
              <a:rPr lang="en-US" altLang="zh-CN" sz="1000"/>
              <a:t>,status</a:t>
            </a:r>
            <a:r>
              <a:rPr lang="zh-CN" altLang="en-US" sz="1000"/>
              <a:t>就是注解上面标注的</a:t>
            </a:r>
            <a:r>
              <a:rPr lang="en-US" altLang="zh-CN" sz="1000"/>
              <a:t>status</a:t>
            </a:r>
            <a:r>
              <a:rPr lang="zh-CN" altLang="en-US" sz="1000"/>
              <a:t>值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670AD3AB-1F3F-4655-B887-49476C893129}"/>
              </a:ext>
            </a:extLst>
          </p:cNvPr>
          <p:cNvCxnSpPr>
            <a:stCxn id="15" idx="1"/>
          </p:cNvCxnSpPr>
          <p:nvPr/>
        </p:nvCxnSpPr>
        <p:spPr>
          <a:xfrm>
            <a:off x="5985455" y="2354582"/>
            <a:ext cx="1656916" cy="564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457DC721-F656-40D9-B4D2-214657880913}"/>
              </a:ext>
            </a:extLst>
          </p:cNvPr>
          <p:cNvSpPr txBox="1"/>
          <p:nvPr/>
        </p:nvSpPr>
        <p:spPr>
          <a:xfrm>
            <a:off x="7390047" y="2919369"/>
            <a:ext cx="9144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zh-CN" altLang="en-US" sz="1000"/>
              <a:t>如果解析的是</a:t>
            </a:r>
            <a:r>
              <a:rPr lang="en-US" altLang="zh-CN" sz="1000"/>
              <a:t>DefaultHandlerExceptionResolver</a:t>
            </a:r>
            <a:r>
              <a:rPr lang="zh-CN" altLang="en-US" sz="1000"/>
              <a:t>解析器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BB77B72-EF25-4005-9E27-4BFA5AA64BBF}"/>
              </a:ext>
            </a:extLst>
          </p:cNvPr>
          <p:cNvSpPr txBox="1"/>
          <p:nvPr/>
        </p:nvSpPr>
        <p:spPr>
          <a:xfrm>
            <a:off x="7390047" y="4006325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latinLnBrk="1"/>
            <a:r>
              <a:rPr lang="en-US" altLang="zh-CN" sz="1000"/>
              <a:t>response.sendError</a:t>
            </a:r>
            <a:endParaRPr lang="zh-CN" altLang="en-US" sz="100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D3DA4A6F-6E1C-428A-B824-28C47D97F90D}"/>
              </a:ext>
            </a:extLst>
          </p:cNvPr>
          <p:cNvCxnSpPr/>
          <p:nvPr/>
        </p:nvCxnSpPr>
        <p:spPr>
          <a:xfrm>
            <a:off x="7776594" y="3535805"/>
            <a:ext cx="0" cy="559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857871"/>
      </p:ext>
    </p:extLst>
  </p:cSld>
  <p:clrMapOvr>
    <a:masterClrMapping/>
  </p:clrMapOvr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 latinLnBrk="1">
          <a:defRPr sz="10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主题1" id="{D577E29E-AE51-4EF0-A686-E85B626937A9}" vid="{E9AB96C3-DB1F-4A43-B8A4-7127552CCE6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35</TotalTime>
  <Words>86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主题1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江 豪迪</dc:creator>
  <cp:lastModifiedBy>江 豪迪</cp:lastModifiedBy>
  <cp:revision>3</cp:revision>
  <dcterms:created xsi:type="dcterms:W3CDTF">2021-03-02T11:51:28Z</dcterms:created>
  <dcterms:modified xsi:type="dcterms:W3CDTF">2021-03-02T12:27:11Z</dcterms:modified>
</cp:coreProperties>
</file>