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088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3E69879-36F4-4841-B157-15EC02E53C40}"/>
              </a:ext>
            </a:extLst>
          </p:cNvPr>
          <p:cNvSpPr txBox="1"/>
          <p:nvPr/>
        </p:nvSpPr>
        <p:spPr>
          <a:xfrm>
            <a:off x="4464341" y="0"/>
            <a:ext cx="32633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responsebody</a:t>
            </a:r>
            <a:r>
              <a:rPr lang="zh-CN" altLang="en-US" sz="1000"/>
              <a:t>中</a:t>
            </a:r>
            <a:r>
              <a:rPr lang="en-US" altLang="zh-CN" sz="1000"/>
              <a:t>writeWithMessageConverters</a:t>
            </a:r>
            <a:r>
              <a:rPr lang="zh-CN" altLang="en-US" sz="1000"/>
              <a:t>解析流程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2C5A8FB-5519-4168-A78D-E08C119F0A7E}"/>
              </a:ext>
            </a:extLst>
          </p:cNvPr>
          <p:cNvSpPr txBox="1"/>
          <p:nvPr/>
        </p:nvSpPr>
        <p:spPr>
          <a:xfrm>
            <a:off x="1473200" y="246221"/>
            <a:ext cx="17952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得到浏览器可以接受的类型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79F3091-7CA2-469C-994F-CBC8BFE67A8A}"/>
              </a:ext>
            </a:extLst>
          </p:cNvPr>
          <p:cNvCxnSpPr>
            <a:cxnSpLocks/>
          </p:cNvCxnSpPr>
          <p:nvPr/>
        </p:nvCxnSpPr>
        <p:spPr>
          <a:xfrm flipH="1">
            <a:off x="-1581325" y="2317493"/>
            <a:ext cx="1799071" cy="935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FD9AA50-D81D-4E8E-8415-81E83D3AA099}"/>
              </a:ext>
            </a:extLst>
          </p:cNvPr>
          <p:cNvCxnSpPr>
            <a:cxnSpLocks/>
          </p:cNvCxnSpPr>
          <p:nvPr/>
        </p:nvCxnSpPr>
        <p:spPr>
          <a:xfrm>
            <a:off x="914400" y="2295333"/>
            <a:ext cx="1715549" cy="104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64E2022-14CD-4CB7-8655-D91D1E98C47B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457200" y="433719"/>
            <a:ext cx="1812954" cy="638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7133C5BA-DC70-4427-8144-EED2FEFE18B4}"/>
              </a:ext>
            </a:extLst>
          </p:cNvPr>
          <p:cNvSpPr txBox="1"/>
          <p:nvPr/>
        </p:nvSpPr>
        <p:spPr>
          <a:xfrm>
            <a:off x="0" y="1071807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遍历策略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0F19136-8AA1-4A59-83CA-FA6899BA0EB2}"/>
              </a:ext>
            </a:extLst>
          </p:cNvPr>
          <p:cNvSpPr txBox="1"/>
          <p:nvPr/>
        </p:nvSpPr>
        <p:spPr>
          <a:xfrm>
            <a:off x="0" y="1506510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800"/>
              <a:t>如果开启了</a:t>
            </a: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9E1DB5B9-E7E5-4F9B-89D8-7587D3970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7964" y="1710558"/>
            <a:ext cx="1699504" cy="58477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spring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mvc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contentnegotiation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favor-parameter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true</a:t>
            </a:r>
            <a:endParaRPr kumimoji="0" lang="zh-CN" altLang="zh-CN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1323AB6-A568-416D-9D82-01E8836FF6F6}"/>
              </a:ext>
            </a:extLst>
          </p:cNvPr>
          <p:cNvCxnSpPr>
            <a:cxnSpLocks/>
          </p:cNvCxnSpPr>
          <p:nvPr/>
        </p:nvCxnSpPr>
        <p:spPr>
          <a:xfrm>
            <a:off x="356532" y="1197283"/>
            <a:ext cx="0" cy="403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8DB99B34-662F-455F-8E6B-E8A1067ADBC7}"/>
              </a:ext>
            </a:extLst>
          </p:cNvPr>
          <p:cNvSpPr txBox="1"/>
          <p:nvPr/>
        </p:nvSpPr>
        <p:spPr>
          <a:xfrm>
            <a:off x="-914400" y="2441642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开启了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9B8B141-11C3-4BBF-AC99-30C7BF661EE4}"/>
              </a:ext>
            </a:extLst>
          </p:cNvPr>
          <p:cNvSpPr txBox="1"/>
          <p:nvPr/>
        </p:nvSpPr>
        <p:spPr>
          <a:xfrm>
            <a:off x="1440110" y="2469177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没有开启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DC6BF92-D167-443B-B501-5EDE86AE7AAB}"/>
              </a:ext>
            </a:extLst>
          </p:cNvPr>
          <p:cNvSpPr txBox="1"/>
          <p:nvPr/>
        </p:nvSpPr>
        <p:spPr>
          <a:xfrm>
            <a:off x="-2504672" y="3054682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默认执行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D09C2203-7810-4992-9802-49C5255E9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18900" y="3300903"/>
            <a:ext cx="2942857" cy="152381"/>
          </a:xfrm>
          <a:prstGeom prst="rect">
            <a:avLst/>
          </a:prstGeom>
        </p:spPr>
      </p:pic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B78B31C-9DE0-416E-8725-218D94535C59}"/>
              </a:ext>
            </a:extLst>
          </p:cNvPr>
          <p:cNvCxnSpPr/>
          <p:nvPr/>
        </p:nvCxnSpPr>
        <p:spPr>
          <a:xfrm>
            <a:off x="-2361501" y="3453284"/>
            <a:ext cx="0" cy="756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C8DBA03F-278F-42F5-92EB-32F8BDEA3D2F}"/>
              </a:ext>
            </a:extLst>
          </p:cNvPr>
          <p:cNvSpPr txBox="1"/>
          <p:nvPr/>
        </p:nvSpPr>
        <p:spPr>
          <a:xfrm>
            <a:off x="-2747394" y="4146372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通过得到请求参数的</a:t>
            </a:r>
            <a:r>
              <a:rPr lang="en-US" altLang="zh-CN" sz="1000"/>
              <a:t>format</a:t>
            </a:r>
            <a:r>
              <a:rPr lang="zh-CN" altLang="en-US" sz="1000"/>
              <a:t>属性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86865B17-FAB6-45D4-8FFB-4FEF7A06F5F9}"/>
              </a:ext>
            </a:extLst>
          </p:cNvPr>
          <p:cNvCxnSpPr/>
          <p:nvPr/>
        </p:nvCxnSpPr>
        <p:spPr>
          <a:xfrm flipH="1">
            <a:off x="-3326235" y="4628739"/>
            <a:ext cx="713064" cy="704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D35FF47-3488-44F5-AC67-745B7C5D6C34}"/>
              </a:ext>
            </a:extLst>
          </p:cNvPr>
          <p:cNvCxnSpPr>
            <a:cxnSpLocks/>
          </p:cNvCxnSpPr>
          <p:nvPr/>
        </p:nvCxnSpPr>
        <p:spPr>
          <a:xfrm>
            <a:off x="-2346820" y="4662620"/>
            <a:ext cx="624979" cy="708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A98527DD-5A6E-46E3-936D-291728811989}"/>
              </a:ext>
            </a:extLst>
          </p:cNvPr>
          <p:cNvSpPr txBox="1"/>
          <p:nvPr/>
        </p:nvSpPr>
        <p:spPr>
          <a:xfrm>
            <a:off x="-3137482" y="4705686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有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E11B3B1-E083-42DD-A01C-E03FD523866E}"/>
              </a:ext>
            </a:extLst>
          </p:cNvPr>
          <p:cNvSpPr txBox="1"/>
          <p:nvPr/>
        </p:nvSpPr>
        <p:spPr>
          <a:xfrm>
            <a:off x="-2191815" y="4714399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没有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8880FA5-CB6C-488A-A56E-6E624C05F861}"/>
              </a:ext>
            </a:extLst>
          </p:cNvPr>
          <p:cNvSpPr txBox="1"/>
          <p:nvPr/>
        </p:nvSpPr>
        <p:spPr>
          <a:xfrm>
            <a:off x="-3731700" y="5281178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</a:t>
            </a:r>
            <a:r>
              <a:rPr lang="en-US" altLang="zh-CN" sz="1000" i="1">
                <a:solidFill>
                  <a:srgbClr val="9876AA"/>
                </a:solidFill>
                <a:latin typeface="Consolas" panose="020B0609020204030204" pitchFamily="49" charset="0"/>
              </a:rPr>
              <a:t>medisTypesmap</a:t>
            </a:r>
            <a:r>
              <a:rPr lang="zh-CN" altLang="en-US" sz="1000" i="1">
                <a:solidFill>
                  <a:srgbClr val="9876AA"/>
                </a:solidFill>
                <a:latin typeface="Consolas" panose="020B0609020204030204" pitchFamily="49" charset="0"/>
              </a:rPr>
              <a:t>集合中寻找当前</a:t>
            </a:r>
            <a:r>
              <a:rPr lang="en-US" altLang="zh-CN" sz="1000" i="1">
                <a:solidFill>
                  <a:srgbClr val="9876AA"/>
                </a:solidFill>
                <a:latin typeface="Consolas" panose="020B0609020204030204" pitchFamily="49" charset="0"/>
              </a:rPr>
              <a:t>key</a:t>
            </a:r>
            <a:r>
              <a:rPr lang="zh-CN" altLang="en-US" sz="1000" i="1">
                <a:solidFill>
                  <a:srgbClr val="9876AA"/>
                </a:solidFill>
                <a:latin typeface="Consolas" panose="020B0609020204030204" pitchFamily="49" charset="0"/>
              </a:rPr>
              <a:t>的</a:t>
            </a:r>
            <a:r>
              <a:rPr lang="en-US" altLang="zh-CN" sz="1000" i="1">
                <a:solidFill>
                  <a:srgbClr val="9876AA"/>
                </a:solidFill>
                <a:latin typeface="Consolas" panose="020B0609020204030204" pitchFamily="49" charset="0"/>
              </a:rPr>
              <a:t>value</a:t>
            </a:r>
            <a:r>
              <a:rPr lang="zh-CN" altLang="en-US" sz="1000" i="1">
                <a:solidFill>
                  <a:srgbClr val="9876AA"/>
                </a:solidFill>
                <a:latin typeface="Consolas" panose="020B0609020204030204" pitchFamily="49" charset="0"/>
              </a:rPr>
              <a:t>值</a:t>
            </a:r>
            <a:endParaRPr lang="zh-CN" altLang="en-US" sz="1000"/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AA5C32D-AF4F-4B0E-A516-6DC92858BB56}"/>
              </a:ext>
            </a:extLst>
          </p:cNvPr>
          <p:cNvCxnSpPr/>
          <p:nvPr/>
        </p:nvCxnSpPr>
        <p:spPr>
          <a:xfrm flipH="1">
            <a:off x="-4230100" y="6035002"/>
            <a:ext cx="711200" cy="72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2142805-DECD-4FDB-A7E6-2674A6BFB298}"/>
              </a:ext>
            </a:extLst>
          </p:cNvPr>
          <p:cNvCxnSpPr>
            <a:cxnSpLocks/>
          </p:cNvCxnSpPr>
          <p:nvPr/>
        </p:nvCxnSpPr>
        <p:spPr>
          <a:xfrm flipV="1">
            <a:off x="-3243389" y="5604346"/>
            <a:ext cx="1521548" cy="423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8F7C38E5-494C-4965-9171-9B8D9CBB3DBB}"/>
              </a:ext>
            </a:extLst>
          </p:cNvPr>
          <p:cNvSpPr txBox="1"/>
          <p:nvPr/>
        </p:nvSpPr>
        <p:spPr>
          <a:xfrm>
            <a:off x="-4188900" y="6142952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找到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C8E0147-F2CE-40BE-ACB5-096716D58128}"/>
              </a:ext>
            </a:extLst>
          </p:cNvPr>
          <p:cNvSpPr txBox="1"/>
          <p:nvPr/>
        </p:nvSpPr>
        <p:spPr>
          <a:xfrm>
            <a:off x="-2504672" y="5816034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没找到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A08241B-B651-4E18-B7DF-0E7AD4EA4489}"/>
              </a:ext>
            </a:extLst>
          </p:cNvPr>
          <p:cNvSpPr txBox="1"/>
          <p:nvPr/>
        </p:nvSpPr>
        <p:spPr>
          <a:xfrm>
            <a:off x="-2786728" y="6583463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返回找到的</a:t>
            </a:r>
            <a:r>
              <a:rPr lang="en-US" altLang="zh-CN" sz="1000"/>
              <a:t>mediaType</a:t>
            </a:r>
            <a:endParaRPr lang="zh-CN" altLang="en-US" sz="100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05508726-2806-4B55-AA3C-1F82A005A47D}"/>
              </a:ext>
            </a:extLst>
          </p:cNvPr>
          <p:cNvSpPr txBox="1"/>
          <p:nvPr/>
        </p:nvSpPr>
        <p:spPr>
          <a:xfrm>
            <a:off x="-1832994" y="5373855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返回</a:t>
            </a:r>
            <a:r>
              <a:rPr lang="en-US" altLang="zh-CN" sz="1000"/>
              <a:t>/*/</a:t>
            </a:r>
            <a:endParaRPr lang="zh-CN" altLang="en-US" sz="1000"/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814C3A9D-1376-428B-B610-E3F70209C787}"/>
              </a:ext>
            </a:extLst>
          </p:cNvPr>
          <p:cNvCxnSpPr>
            <a:cxnSpLocks/>
          </p:cNvCxnSpPr>
          <p:nvPr/>
        </p:nvCxnSpPr>
        <p:spPr>
          <a:xfrm flipV="1">
            <a:off x="-1493528" y="3628352"/>
            <a:ext cx="4123477" cy="1912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F41A4CE6-73F4-4AFD-A58D-37EF840C1AE1}"/>
              </a:ext>
            </a:extLst>
          </p:cNvPr>
          <p:cNvSpPr txBox="1"/>
          <p:nvPr/>
        </p:nvSpPr>
        <p:spPr>
          <a:xfrm>
            <a:off x="2583521" y="3206182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得到浏览器中的</a:t>
            </a:r>
            <a:r>
              <a:rPr lang="en-US" altLang="zh-CN" sz="1000"/>
              <a:t>accept</a:t>
            </a:r>
            <a:r>
              <a:rPr lang="zh-CN" altLang="en-US" sz="1000"/>
              <a:t>属性</a:t>
            </a: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8354314B-955F-4D48-9289-8A89D5F83E45}"/>
              </a:ext>
            </a:extLst>
          </p:cNvPr>
          <p:cNvCxnSpPr/>
          <p:nvPr/>
        </p:nvCxnSpPr>
        <p:spPr>
          <a:xfrm>
            <a:off x="3040721" y="3628352"/>
            <a:ext cx="0" cy="79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84C61F05-AB12-45B9-BD8B-FD656A220A50}"/>
              </a:ext>
            </a:extLst>
          </p:cNvPr>
          <p:cNvSpPr txBox="1"/>
          <p:nvPr/>
        </p:nvSpPr>
        <p:spPr>
          <a:xfrm>
            <a:off x="2583521" y="4346427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变成集合</a:t>
            </a:r>
            <a:r>
              <a:rPr lang="en-US" altLang="zh-CN" sz="1000"/>
              <a:t>,</a:t>
            </a:r>
            <a:r>
              <a:rPr lang="zh-CN" altLang="en-US" sz="1000"/>
              <a:t>返回成</a:t>
            </a:r>
            <a:r>
              <a:rPr lang="en-US" altLang="zh-CN" sz="1000"/>
              <a:t>list&lt;mediaType&gt;</a:t>
            </a:r>
            <a:r>
              <a:rPr lang="zh-CN" altLang="en-US" sz="1000"/>
              <a:t>对象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2449AE5-AB11-4BFE-B291-1041778DFA2F}"/>
              </a:ext>
            </a:extLst>
          </p:cNvPr>
          <p:cNvSpPr txBox="1"/>
          <p:nvPr/>
        </p:nvSpPr>
        <p:spPr>
          <a:xfrm>
            <a:off x="6356057" y="217819"/>
            <a:ext cx="1975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得到服务器准备发送的类型</a:t>
            </a: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BFAD00EF-4AA5-4769-87A5-A551DCECD65A}"/>
              </a:ext>
            </a:extLst>
          </p:cNvPr>
          <p:cNvCxnSpPr/>
          <p:nvPr/>
        </p:nvCxnSpPr>
        <p:spPr>
          <a:xfrm>
            <a:off x="7137400" y="369331"/>
            <a:ext cx="0" cy="636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36196224-8AC7-4E2F-AE80-2B2D252821A8}"/>
              </a:ext>
            </a:extLst>
          </p:cNvPr>
          <p:cNvSpPr txBox="1"/>
          <p:nvPr/>
        </p:nvSpPr>
        <p:spPr>
          <a:xfrm>
            <a:off x="6800301" y="966210"/>
            <a:ext cx="91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通过集合</a:t>
            </a:r>
            <a:r>
              <a:rPr lang="en-US" altLang="zh-CN" sz="1000"/>
              <a:t>convert</a:t>
            </a:r>
            <a:r>
              <a:rPr lang="zh-CN" altLang="en-US" sz="1000"/>
              <a:t>对象来进行</a:t>
            </a:r>
            <a:r>
              <a:rPr lang="en-US" altLang="zh-CN" sz="1000"/>
              <a:t>canwrite</a:t>
            </a:r>
            <a:r>
              <a:rPr lang="zh-CN" altLang="en-US" sz="1000"/>
              <a:t>判断</a:t>
            </a:r>
            <a:r>
              <a:rPr lang="en-US" altLang="zh-CN" sz="1000"/>
              <a:t>,</a:t>
            </a:r>
            <a:r>
              <a:rPr lang="zh-CN" altLang="en-US" sz="1000"/>
              <a:t>如果可以就加入</a:t>
            </a:r>
            <a:r>
              <a:rPr lang="en-US" altLang="zh-CN" sz="1000"/>
              <a:t>list&lt;mediaType&gt;</a:t>
            </a:r>
            <a:r>
              <a:rPr lang="zh-CN" altLang="en-US" sz="1000"/>
              <a:t>集合</a:t>
            </a: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30A802D7-7257-4520-8F21-675F4D35BED2}"/>
              </a:ext>
            </a:extLst>
          </p:cNvPr>
          <p:cNvCxnSpPr>
            <a:stCxn id="22" idx="2"/>
          </p:cNvCxnSpPr>
          <p:nvPr/>
        </p:nvCxnSpPr>
        <p:spPr>
          <a:xfrm>
            <a:off x="2370822" y="492442"/>
            <a:ext cx="2696478" cy="2453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857A6454-095F-426E-9ADD-538D71A2B0BE}"/>
              </a:ext>
            </a:extLst>
          </p:cNvPr>
          <p:cNvCxnSpPr/>
          <p:nvPr/>
        </p:nvCxnSpPr>
        <p:spPr>
          <a:xfrm flipH="1">
            <a:off x="5359400" y="1917700"/>
            <a:ext cx="1917700" cy="102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FB18AA53-7360-452A-8E98-99BCC66F7200}"/>
              </a:ext>
            </a:extLst>
          </p:cNvPr>
          <p:cNvSpPr txBox="1"/>
          <p:nvPr/>
        </p:nvSpPr>
        <p:spPr>
          <a:xfrm>
            <a:off x="4875113" y="2976821"/>
            <a:ext cx="91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遍历两个集合</a:t>
            </a:r>
            <a:r>
              <a:rPr lang="en-US" altLang="zh-CN" sz="1000"/>
              <a:t>,</a:t>
            </a:r>
            <a:r>
              <a:rPr lang="zh-CN" altLang="en-US" sz="1000"/>
              <a:t>两两组合判断是否可以合并</a:t>
            </a:r>
            <a:r>
              <a:rPr lang="en-US" altLang="zh-CN" sz="1000"/>
              <a:t>,</a:t>
            </a:r>
            <a:r>
              <a:rPr lang="zh-CN" altLang="en-US" sz="1000"/>
              <a:t>并加入到</a:t>
            </a:r>
            <a:r>
              <a:rPr lang="en-US" altLang="zh-CN" sz="1000"/>
              <a:t>mediaTypesToUse</a:t>
            </a:r>
            <a:r>
              <a:rPr lang="zh-CN" altLang="en-US" sz="1000"/>
              <a:t>集合</a:t>
            </a: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6CFD4DDE-6FBB-4119-904B-B385BD2DC8EF}"/>
              </a:ext>
            </a:extLst>
          </p:cNvPr>
          <p:cNvCxnSpPr/>
          <p:nvPr/>
        </p:nvCxnSpPr>
        <p:spPr>
          <a:xfrm>
            <a:off x="5330626" y="3909145"/>
            <a:ext cx="0" cy="1028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20693C23-7BBF-458A-91C4-A86181813E10}"/>
              </a:ext>
            </a:extLst>
          </p:cNvPr>
          <p:cNvSpPr txBox="1"/>
          <p:nvPr/>
        </p:nvSpPr>
        <p:spPr>
          <a:xfrm>
            <a:off x="5010674" y="4869591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通过排序算法取出第一个可用的</a:t>
            </a: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3654BA9A-749A-49AB-A4CB-7830A3FBBDCC}"/>
              </a:ext>
            </a:extLst>
          </p:cNvPr>
          <p:cNvCxnSpPr/>
          <p:nvPr/>
        </p:nvCxnSpPr>
        <p:spPr>
          <a:xfrm>
            <a:off x="5705326" y="5146590"/>
            <a:ext cx="1638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BF38D88A-B1A5-4EC9-BCFF-6D9F1179EB70}"/>
              </a:ext>
            </a:extLst>
          </p:cNvPr>
          <p:cNvSpPr txBox="1"/>
          <p:nvPr/>
        </p:nvSpPr>
        <p:spPr>
          <a:xfrm>
            <a:off x="7257501" y="4722240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</a:t>
            </a:r>
            <a:r>
              <a:rPr lang="en-US" altLang="zh-CN" sz="1000"/>
              <a:t>10</a:t>
            </a:r>
            <a:r>
              <a:rPr lang="zh-CN" altLang="en-US" sz="1000"/>
              <a:t>个</a:t>
            </a:r>
            <a:r>
              <a:rPr lang="en-US" altLang="zh-CN" sz="1000"/>
              <a:t>convert</a:t>
            </a:r>
            <a:r>
              <a:rPr lang="zh-CN" altLang="en-US" sz="1000"/>
              <a:t>解析器</a:t>
            </a:r>
            <a:r>
              <a:rPr lang="en-US" altLang="zh-CN" sz="1000"/>
              <a:t>,</a:t>
            </a:r>
            <a:r>
              <a:rPr lang="zh-CN" altLang="en-US" sz="1000"/>
              <a:t>得到第一个可以</a:t>
            </a:r>
            <a:r>
              <a:rPr lang="en-US" altLang="zh-CN" sz="1000"/>
              <a:t>canWrite</a:t>
            </a:r>
            <a:r>
              <a:rPr lang="zh-CN" altLang="en-US" sz="1000"/>
              <a:t>的解析器</a:t>
            </a: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2212E716-7794-4201-A2AB-4CB79DB37B61}"/>
              </a:ext>
            </a:extLst>
          </p:cNvPr>
          <p:cNvCxnSpPr>
            <a:stCxn id="94" idx="3"/>
          </p:cNvCxnSpPr>
          <p:nvPr/>
        </p:nvCxnSpPr>
        <p:spPr>
          <a:xfrm flipV="1">
            <a:off x="8171901" y="5146590"/>
            <a:ext cx="933999" cy="6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D2BF477C-4479-4EFA-8302-B3AA7201AF49}"/>
              </a:ext>
            </a:extLst>
          </p:cNvPr>
          <p:cNvSpPr txBox="1"/>
          <p:nvPr/>
        </p:nvSpPr>
        <p:spPr>
          <a:xfrm>
            <a:off x="9047128" y="5016892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进行解析</a:t>
            </a:r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BCEF58DF-DFAB-41FA-A3D8-797F32D92057}"/>
              </a:ext>
            </a:extLst>
          </p:cNvPr>
          <p:cNvCxnSpPr>
            <a:cxnSpLocks/>
          </p:cNvCxnSpPr>
          <p:nvPr/>
        </p:nvCxnSpPr>
        <p:spPr>
          <a:xfrm>
            <a:off x="9702800" y="5140003"/>
            <a:ext cx="965200" cy="1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8C242CE-B5DB-45ED-AFAA-68B377B5F9C9}"/>
              </a:ext>
            </a:extLst>
          </p:cNvPr>
          <p:cNvSpPr txBox="1"/>
          <p:nvPr/>
        </p:nvSpPr>
        <p:spPr>
          <a:xfrm>
            <a:off x="10559292" y="4863003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变成</a:t>
            </a:r>
            <a:r>
              <a:rPr lang="en-US" altLang="zh-CN" sz="1000"/>
              <a:t>json/xml</a:t>
            </a:r>
            <a:r>
              <a:rPr lang="zh-CN" altLang="en-US" sz="1000"/>
              <a:t>对象存放到</a:t>
            </a:r>
            <a:r>
              <a:rPr lang="en-US" altLang="zh-CN" sz="1000"/>
              <a:t>response</a:t>
            </a:r>
            <a:r>
              <a:rPr lang="zh-CN" altLang="en-US" sz="1000"/>
              <a:t>里面</a:t>
            </a:r>
          </a:p>
        </p:txBody>
      </p:sp>
    </p:spTree>
    <p:extLst>
      <p:ext uri="{BB962C8B-B14F-4D97-AF65-F5344CB8AC3E}">
        <p14:creationId xmlns:p14="http://schemas.microsoft.com/office/powerpoint/2010/main" val="102427440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D577E29E-AE51-4EF0-A686-E85B626937A9}" vid="{E9AB96C3-DB1F-4A43-B8A4-7127552CCE6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48</TotalTime>
  <Words>158</Words>
  <Application>Microsoft Office PowerPoint</Application>
  <PresentationFormat>宽屏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5</cp:revision>
  <dcterms:created xsi:type="dcterms:W3CDTF">2021-02-27T02:37:32Z</dcterms:created>
  <dcterms:modified xsi:type="dcterms:W3CDTF">2021-02-27T03:26:17Z</dcterms:modified>
</cp:coreProperties>
</file>