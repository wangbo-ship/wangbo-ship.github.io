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8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C06B0-E902-4F72-9B24-EE35F058E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84DFEA-8BE2-49D7-92B2-DC92BEEBC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3E81C7-77B0-48AA-9319-A2BED358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880EE-EC4A-47A8-A5A0-EDEE5807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5F6F8-6D36-486A-9EDD-50A90C38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704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D3946-E763-4118-8D2A-FA02AA1F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986E92-DC06-4585-9BDC-2BCBED1EB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46A57A-462F-40C0-9384-0BE456C4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6EC460-FA13-401B-A65E-A09A7AAC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A2F905-AF6C-4073-81C9-840991C6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0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78B19-B3E8-46EC-820B-7D8D3017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EC1001-0B6E-4208-B6C7-DB34CA841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92C8F8-0121-4422-AD6F-F69601CB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0B4A9-B5E0-4991-BDA4-E82BC5DB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59F6D1-B4DC-4C3E-B10C-F6553F09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05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E08C6-B51C-4C6B-870A-3FD6A52E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0D0FD-2867-405D-8CB5-75F64C7CC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9BC6CA-80BF-424D-A0C5-511FAA1F2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C17110-F47A-43D2-91F1-24A691D7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9A4563-FB4E-40B8-9413-99EC15AD2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C4C18A-1B2B-43F6-BE7D-B9E7FB38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32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3833B-CECC-4209-8435-F07DC4F1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943CA-2904-4380-BE4B-F6732A958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EAFEA1-0E1E-4967-9ADF-39B695CD2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ECF7F9-E322-47E0-AA42-01E504E6D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5A9274-915B-4212-9E04-85CBDF6EC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414A8E-D6F8-4AA6-A50F-195947D3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B9DA71-4DB4-44C1-800E-F7670259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B3E668-FFC0-49D1-8188-EBA10A23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39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80C7E-D9DF-496A-B4D7-3DCE9B8A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33235B-CF7D-4E13-A40C-5BC5C340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60EF1D-2E9F-4422-A312-1465C6870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E9CC41-FDA5-440D-843F-FAC431DD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08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A0414E-A40B-4671-B2E5-B55090170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5023F2-EA3D-4A4B-A8BC-FC03438C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F0ADCB-D5EE-4CB6-B687-F709B810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080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FFD43-92F4-494C-87C7-BC14E67B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BFA2B-AAC8-4CA7-9284-0959BB50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625843-B68E-45A7-AA03-C56F6CEC1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329793-F974-4BEF-A9B5-C83440F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F0B8B9-FFCB-4DE0-82D1-260F5757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B92629-7F9A-449F-847C-231740F7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55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AB489-210F-4B92-8633-07B5DC0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CAF489-D332-4AE4-A7C2-F8AB457B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71D03D-DA97-4778-9C3B-4C7F22207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E54B1B-AA67-4C55-9E7B-B8E9E185D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7C7D24-8036-4A60-A787-6F63FEEB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FD6CC5-E69E-4248-A9F5-5DB25955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15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48BFB-78D0-452D-BDA3-702BD9EF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F5E2F7-69B2-4922-A677-71EA566D7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56800-FA0E-480B-93FB-F4F79128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323D3-C80E-4FCE-AC59-76E23E62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DB2B0D-7748-4EE2-A0CB-15E3936F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02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C90578-6D5E-4625-BE72-AB9198098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86027F-1D69-4DA3-B9D9-F9DBC7EFB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412BD-11B9-44D1-A387-D6DB361F4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E32E5-0177-4BB9-BF81-5B85392A8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B56C1-B2DF-4AA3-B9B6-F32EFE5D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49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C09A32-CBE1-45C7-84F7-B15034B7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06DB6C-D3B3-4EDF-8792-8AEABAD0E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92BD2-EA49-4DE5-96AD-B9C1F326F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56ED75-4C84-4E5A-BDB8-59B8A0704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EDEECA-3D5E-4056-9E37-1A3FEEC0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82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814508A-FD09-4C30-9041-FD350F61D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09850" y="-3442898"/>
            <a:ext cx="6778305" cy="317009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void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invokeAndHandle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ServletWebRequest 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ModelAndViewContainer 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Object... providedArgs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获取返回值对象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returnValue = invokeForRequest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providedArgs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setResponseStatus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returnValue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isRequestNotModified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|| getResponseStatus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|| mavContainer.isRequestHandled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disableContentCachingIfNecessary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mavContainer.setRequestHandled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return;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StringUtils.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hasText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getResponseStatusReason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mavContainer.setRequestHandled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return;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初始化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isRequestHandled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属性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如果这个属性的值为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true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那么就不经过视图解析器了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mavContainer.setRequestHandled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Assert.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returnValueHandlers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"No return value handlers"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try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进行处理返回值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returnValueHandlers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.handleReturnValue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returnValue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getReturnValueType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2CBB3C0-0D1F-470F-9DA5-2E2A351EEF54}"/>
              </a:ext>
            </a:extLst>
          </p:cNvPr>
          <p:cNvCxnSpPr/>
          <p:nvPr/>
        </p:nvCxnSpPr>
        <p:spPr>
          <a:xfrm>
            <a:off x="-2385563" y="581216"/>
            <a:ext cx="0" cy="807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">
            <a:extLst>
              <a:ext uri="{FF2B5EF4-FFF2-40B4-BE49-F238E27FC236}">
                <a16:creationId xmlns:a16="http://schemas.microsoft.com/office/drawing/2014/main" id="{FE27D7CF-6209-46FA-9702-E23AB5DDD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09850" y="482451"/>
            <a:ext cx="6580648" cy="120032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void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handleReturnValue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returnValue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returnType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ModelAndViewContainer 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  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获取合适的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handler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处理器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HandlerMethodReturnValueHandler handler = selectHandler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returnValue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"Unknown return value type: 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returnType.getParameterType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handler.handleReturnValue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returnValue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9CD8CD5-6FAA-4AE5-B061-1AD835689228}"/>
              </a:ext>
            </a:extLst>
          </p:cNvPr>
          <p:cNvCxnSpPr/>
          <p:nvPr/>
        </p:nvCxnSpPr>
        <p:spPr>
          <a:xfrm>
            <a:off x="-345057" y="-272799"/>
            <a:ext cx="0" cy="75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963AB15-A60B-4440-9BB0-AF2E9877A8F4}"/>
              </a:ext>
            </a:extLst>
          </p:cNvPr>
          <p:cNvCxnSpPr>
            <a:cxnSpLocks/>
          </p:cNvCxnSpPr>
          <p:nvPr/>
        </p:nvCxnSpPr>
        <p:spPr>
          <a:xfrm flipV="1">
            <a:off x="1854679" y="185816"/>
            <a:ext cx="555146" cy="832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FFA05F64-635A-49B1-B0F2-F8F341A57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376" y="-57137"/>
            <a:ext cx="3630413" cy="24295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15CBF963-F132-4667-AA23-7C7398AEC338}"/>
              </a:ext>
            </a:extLst>
          </p:cNvPr>
          <p:cNvSpPr txBox="1"/>
          <p:nvPr/>
        </p:nvSpPr>
        <p:spPr>
          <a:xfrm>
            <a:off x="1056376" y="-303358"/>
            <a:ext cx="25102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en-US" altLang="zh-CN" sz="1000"/>
              <a:t>responseBody</a:t>
            </a:r>
            <a:r>
              <a:rPr lang="zh-CN" altLang="en-US" sz="1000"/>
              <a:t>方式的返回值处理器是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ED63CB1-4FA2-4357-B2BF-03C6D51D6F86}"/>
              </a:ext>
            </a:extLst>
          </p:cNvPr>
          <p:cNvCxnSpPr>
            <a:cxnSpLocks/>
          </p:cNvCxnSpPr>
          <p:nvPr/>
        </p:nvCxnSpPr>
        <p:spPr>
          <a:xfrm>
            <a:off x="-1259457" y="1466491"/>
            <a:ext cx="0" cy="1052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6605B31F-D063-4D07-8F04-B284E765B2A1}"/>
              </a:ext>
            </a:extLst>
          </p:cNvPr>
          <p:cNvSpPr txBox="1"/>
          <p:nvPr/>
        </p:nvSpPr>
        <p:spPr>
          <a:xfrm>
            <a:off x="-2027208" y="1697844"/>
            <a:ext cx="91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这个处理器来处理这个返回值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CDB84E74-1D94-4A0D-9B83-C8AD69C20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09850" y="2323433"/>
            <a:ext cx="5739072" cy="218521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void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handleReturnValue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returnValue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returnType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ModelAndViewContainer 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HttpMediaTypeNotAcceptableException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HttpMessageNotWritableException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设置不经过视图解析器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getModelAndView,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直接执行处理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mavContainer.setRequestHandled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获取原生的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request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对象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ServletServerHttpRequest inputMessage = createInputMessage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获取原生的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request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对象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ServletServerHttpResponse outputMessage = createOutputMessage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zh-CN" altLang="en-US" sz="800" b="0" i="0">
                <a:solidFill>
                  <a:srgbClr val="FF0000"/>
                </a:solidFill>
                <a:effectLst/>
                <a:latin typeface="-apple-system"/>
              </a:rPr>
              <a:t>接下来就是通过职责链模式选择</a:t>
            </a:r>
            <a:r>
              <a:rPr lang="en-US" altLang="zh-CN" sz="800" b="0" i="0">
                <a:solidFill>
                  <a:srgbClr val="FF0000"/>
                </a:solidFill>
                <a:effectLst/>
                <a:latin typeface="-apple-system"/>
              </a:rPr>
              <a:t>HttpMessageConverter</a:t>
            </a:r>
            <a:r>
              <a:rPr lang="zh-CN" altLang="en-US" sz="800" b="0" i="0">
                <a:solidFill>
                  <a:srgbClr val="FF0000"/>
                </a:solidFill>
                <a:effectLst/>
                <a:latin typeface="-apple-system"/>
              </a:rPr>
              <a:t>的实现类来进行数据转换操作</a:t>
            </a:r>
            <a:endParaRPr lang="zh-CN" altLang="en-US" sz="800">
              <a:solidFill>
                <a:srgbClr val="FF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Try even with null return value. ResponseBodyAdvice could get involved.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writeWithMessageConverters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returnValue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inputMessage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outputMessage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D7DF1F7F-48CC-4B8D-9937-ABC59CE44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876" y="-2237163"/>
            <a:ext cx="3001922" cy="95410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private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getModelAndView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ModelAndViewContainer 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mavContainer.isRequestHandled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null;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21A7B28F-54A1-4779-9AC8-98D59816EC61}"/>
              </a:ext>
            </a:extLst>
          </p:cNvPr>
          <p:cNvCxnSpPr/>
          <p:nvPr/>
        </p:nvCxnSpPr>
        <p:spPr>
          <a:xfrm flipV="1">
            <a:off x="-438150" y="-1638300"/>
            <a:ext cx="165735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7D53D937-8C6B-42EB-9197-47BFF3E10814}"/>
              </a:ext>
            </a:extLst>
          </p:cNvPr>
          <p:cNvSpPr/>
          <p:nvPr/>
        </p:nvSpPr>
        <p:spPr>
          <a:xfrm>
            <a:off x="790575" y="-303358"/>
            <a:ext cx="4495779" cy="6294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Rectangle 4">
            <a:extLst>
              <a:ext uri="{FF2B5EF4-FFF2-40B4-BE49-F238E27FC236}">
                <a16:creationId xmlns:a16="http://schemas.microsoft.com/office/drawing/2014/main" id="{9A32EBB8-42B7-4980-BBB4-99A852073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9647" y="-8261545"/>
            <a:ext cx="6468437" cy="1855892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protected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507874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void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writeWithMessageConverters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507874"/>
                </a:solidFill>
                <a:effectLst/>
                <a:latin typeface="Consolas" panose="020B0609020204030204" pitchFamily="49" charset="0"/>
              </a:rPr>
              <a:t>T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returnType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ServletServerHttpRequest inputMessage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ServletServerHttpResponse outputMessage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HttpMediaTypeNotAcceptableException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HttpMessageNotWritableException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body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Type targetType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如果是字符串类型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instanceof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CharSequence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body = value.toString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valueType = String.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class;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 = String.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class;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如果是对象类型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就像自定义对象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body = value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得到对象返回值类型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valueType = getReturnValueType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 = GenericTypeResolver.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resolveType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getGenericType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returnType.getContainingClass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如果是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资源类型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isResourceType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outputMessage.getHeaders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.set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HttpHeaders.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ACCEPT_RANGES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"bytes"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&amp;&amp; inputMessage.getHeaders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.getFirst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HttpHeaders.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RANGE)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&amp;&amp;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   outputMessage.getServletResponse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.getStatus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Resource resource =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try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HttpRange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httpRanges = inputMessage.getHeaders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.getRange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outputMessage.getServletResponse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.setStatus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HttpStatus.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PARTIAL_CONTENT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body = HttpRange.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toResourceRegions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httpRanges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valueType = body.getClass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 =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RESOURCE_REGION_LIST_TYPE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catch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IllegalArgumentException ex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outputMessage.getHeaders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.set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HttpHeaders.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CONTENT_RANGE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"bytes */"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resource.contentLength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outputMessage.getServletResponse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.setStatus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HttpStatus.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REQUESTED_RANGE_NOT_SATISFIABLE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 selectedMediaType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可能已经从前置处理器处理了一些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headers,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放到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outputMessage,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因此先从这个里面去拿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 contentType = outputMessage.getHeaders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.getContentType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boolean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isContentTypePreset = contentType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&amp;&amp; contentType.isConcrete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isContentTypePreset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.isDebugEnabled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.debug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"Found 'Content-Type:"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contentType +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"' in response"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selectedMediaType = contentType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HttpServletRequest request = inputMessage.getServletRequest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得到可以接受的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mediaTypes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类型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acceptableTypes = getAcceptableMediaTypes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得到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producibleTypes = getProducibleMediaTypes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body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&amp;&amp; producibleTypes.isEmpty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HttpMessageNotWritableException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"No converter found for return value of type: 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valueType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mediaTypesToUse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&lt;&gt;()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for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 requestedType : acceptableTypes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 producibleType : producibleTypes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requestedType.isCompatibleWith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producibleType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mediaTypesToUse.add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getMostSpecificMediaType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requestedType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producibleType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mediaTypesToUse.isEmpty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body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HttpMediaTypeNotAcceptableException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producibleTypes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.isDebugEnabled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.debug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"No match for 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acceptableTypes +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", supported: 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producibleTypes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sortBySpecificityAndQuality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mediaTypesToUse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for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 mediaType : mediaTypesToUse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zh-CN" sz="800" i="1">
              <a:solidFill>
                <a:srgbClr val="9876AA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	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第一个满足的取出来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mediaType.isConcrete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selectedMediaType = mediaType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break;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mediaType.isPresentIn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(ALL_APPLICATION_MEDIA_TYPES))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selectedMediaType = MediaType.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APPLICATION_OCTET_STREAM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break;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.isDebugEnabled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.debug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"Using '"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selectedMediaType +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"', given 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      acceptableTypes +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 and supported 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producibleTypes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selectedMediaType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selectedMediaType = selectedMediaType.removeQualityValue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for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HttpMessageConverter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 :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messageConverters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GenericHttpMessageConverter genericConverter =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instanceof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GenericHttpMessageConverter ?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GenericHttpMessageConverter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 :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genericConverter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A9B7C6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>
                <a:solidFill>
                  <a:srgbClr val="A9B7C6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>
                <a:solidFill>
                  <a:srgbClr val="A9B7C6"/>
                </a:solidFill>
                <a:latin typeface="Consolas" panose="020B0609020204030204" pitchFamily="49" charset="0"/>
              </a:rPr>
              <a:t>判断是否支持返回值类型</a:t>
            </a:r>
            <a:r>
              <a:rPr lang="en-US" altLang="zh-CN" sz="800">
                <a:solidFill>
                  <a:srgbClr val="A9B7C6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>
                <a:solidFill>
                  <a:srgbClr val="A9B7C6"/>
                </a:solidFill>
                <a:latin typeface="Consolas" panose="020B0609020204030204" pitchFamily="49" charset="0"/>
              </a:rPr>
              <a:t>返回值类型可能不相同</a:t>
            </a:r>
            <a:r>
              <a:rPr lang="en-US" altLang="zh-CN" sz="800">
                <a:solidFill>
                  <a:srgbClr val="A9B7C6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>
                <a:solidFill>
                  <a:srgbClr val="A9B7C6"/>
                </a:solidFill>
                <a:latin typeface="Consolas" panose="020B0609020204030204" pitchFamily="49" charset="0"/>
              </a:rPr>
              <a:t>如</a:t>
            </a:r>
            <a:r>
              <a:rPr lang="en-US" altLang="zh-CN" sz="800">
                <a:solidFill>
                  <a:srgbClr val="A9B7C6"/>
                </a:solidFill>
                <a:latin typeface="Consolas" panose="020B0609020204030204" pitchFamily="49" charset="0"/>
              </a:rPr>
              <a:t>String,Map,List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GenericHttpMessageConverter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.canWrite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selectedMediaType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      converter.canWrite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selectedMediaType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body = getAdvice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.beforeBodyWrite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selectedMediaType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extends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HttpMessageConverter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&gt;&gt;)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converter.getClass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inputMessage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outputMessage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body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theBody = body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LogFormatUtils.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traceDebug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traceOn -&gt;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"Writing ["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LogFormatUtils.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formatValue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389C5"/>
                </a:solidFill>
                <a:effectLst/>
                <a:latin typeface="Consolas" panose="020B0609020204030204" pitchFamily="49" charset="0"/>
              </a:rPr>
              <a:t>theBody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!traceOn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"]"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	//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加入一些部署的请求头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addContentDispositionHeader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inputMessage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outputMessage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genericConverter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	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进行写入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outputMessage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genericConverter.write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selectedMediaType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outputMessage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执行返回值转换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      ((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HttpMessageConverter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.write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selectedMediaType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outputMessage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.isDebugEnabled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.debug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"Nothing to write: null body"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body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producibleMediaTypes =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inputMessage.getServletRequest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.getAttribute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HandlerMapping.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PRODUCIBLE_MEDIA_TYPES_ATTRIBUTE)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isContentTypePreset || !CollectionUtils.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producibleMediaTypes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HttpMessageNotWritableException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"No converter for ["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valueType +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"] with preset Content-Type '"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contentType +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"'"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HttpMediaTypeNotAcceptableException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allSupportedMediaTypes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A06594A8-BDCF-4FEA-9BFC-9E88821DA78C}"/>
              </a:ext>
            </a:extLst>
          </p:cNvPr>
          <p:cNvCxnSpPr/>
          <p:nvPr/>
        </p:nvCxnSpPr>
        <p:spPr>
          <a:xfrm>
            <a:off x="1473200" y="4025900"/>
            <a:ext cx="50564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362F37AE-61C8-4AFD-806E-948D1AF54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740" y="-3504933"/>
            <a:ext cx="3285714" cy="213333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2C1E9B6-04DA-4604-8C32-4C67FA7B61EA}"/>
              </a:ext>
            </a:extLst>
          </p:cNvPr>
          <p:cNvSpPr txBox="1"/>
          <p:nvPr/>
        </p:nvSpPr>
        <p:spPr>
          <a:xfrm>
            <a:off x="10372297" y="-3504933"/>
            <a:ext cx="91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>
                <a:solidFill>
                  <a:srgbClr val="FF0000"/>
                </a:solidFill>
              </a:rPr>
              <a:t>当返回值是一个对象的时候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04F9CF4-BE2E-4EDA-AD99-F6A2BB32A2C6}"/>
              </a:ext>
            </a:extLst>
          </p:cNvPr>
          <p:cNvCxnSpPr>
            <a:cxnSpLocks/>
          </p:cNvCxnSpPr>
          <p:nvPr/>
        </p:nvCxnSpPr>
        <p:spPr>
          <a:xfrm flipV="1">
            <a:off x="8183183" y="-3141248"/>
            <a:ext cx="3161363" cy="1544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C7168C5-27E0-4CA9-9066-35197F1D9912}"/>
              </a:ext>
            </a:extLst>
          </p:cNvPr>
          <p:cNvCxnSpPr>
            <a:cxnSpLocks/>
          </p:cNvCxnSpPr>
          <p:nvPr/>
        </p:nvCxnSpPr>
        <p:spPr>
          <a:xfrm flipV="1">
            <a:off x="8402128" y="-1915005"/>
            <a:ext cx="2884569" cy="574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4788B01D-E9A5-4D53-A121-511443EC4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9742" y="-1035330"/>
            <a:ext cx="3571429" cy="1066667"/>
          </a:xfrm>
          <a:prstGeom prst="rect">
            <a:avLst/>
          </a:prstGeom>
        </p:spPr>
      </p:pic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BE1860A-F004-46E7-BD7A-550807735832}"/>
              </a:ext>
            </a:extLst>
          </p:cNvPr>
          <p:cNvCxnSpPr/>
          <p:nvPr/>
        </p:nvCxnSpPr>
        <p:spPr>
          <a:xfrm flipV="1">
            <a:off x="8468305" y="-593171"/>
            <a:ext cx="2667319" cy="325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A7D8FC8-7A86-489C-8C12-73176BC3CF0A}"/>
              </a:ext>
            </a:extLst>
          </p:cNvPr>
          <p:cNvCxnSpPr>
            <a:cxnSpLocks/>
          </p:cNvCxnSpPr>
          <p:nvPr/>
        </p:nvCxnSpPr>
        <p:spPr>
          <a:xfrm flipH="1">
            <a:off x="6136446" y="5236239"/>
            <a:ext cx="1345229" cy="95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">
            <a:extLst>
              <a:ext uri="{FF2B5EF4-FFF2-40B4-BE49-F238E27FC236}">
                <a16:creationId xmlns:a16="http://schemas.microsoft.com/office/drawing/2014/main" id="{9007B4E9-518C-4AEA-8E6E-ED0A1D4FD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8265" y="4889212"/>
            <a:ext cx="4224233" cy="58477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boolean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canWrite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clazz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 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supports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clazz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&amp;&amp; canWrite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89A65BAF-45C0-4B50-8D75-3B5D05C9C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5961790"/>
            <a:ext cx="2484976" cy="70788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boolean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supports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clazz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== clazz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1B8341C6-5153-490A-B023-C27F54126F77}"/>
              </a:ext>
            </a:extLst>
          </p:cNvPr>
          <p:cNvCxnSpPr>
            <a:cxnSpLocks/>
          </p:cNvCxnSpPr>
          <p:nvPr/>
        </p:nvCxnSpPr>
        <p:spPr>
          <a:xfrm>
            <a:off x="3038464" y="5181599"/>
            <a:ext cx="0" cy="780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图片 38">
            <a:extLst>
              <a:ext uri="{FF2B5EF4-FFF2-40B4-BE49-F238E27FC236}">
                <a16:creationId xmlns:a16="http://schemas.microsoft.com/office/drawing/2014/main" id="{00E0CAAD-C8A3-4206-A428-332802D5A2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1677" y="2043992"/>
            <a:ext cx="4904762" cy="2209524"/>
          </a:xfrm>
          <a:prstGeom prst="rect">
            <a:avLst/>
          </a:prstGeom>
        </p:spPr>
      </p:pic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1940118-DDC1-408A-A544-6FF08AC8167A}"/>
              </a:ext>
            </a:extLst>
          </p:cNvPr>
          <p:cNvCxnSpPr/>
          <p:nvPr/>
        </p:nvCxnSpPr>
        <p:spPr>
          <a:xfrm flipV="1">
            <a:off x="9750883" y="4025900"/>
            <a:ext cx="1147306" cy="393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67837BC6-B104-4C0D-91A1-2FE3924401AB}"/>
              </a:ext>
            </a:extLst>
          </p:cNvPr>
          <p:cNvSpPr txBox="1"/>
          <p:nvPr/>
        </p:nvSpPr>
        <p:spPr>
          <a:xfrm>
            <a:off x="9663703" y="3711714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>
                <a:solidFill>
                  <a:srgbClr val="FF0000"/>
                </a:solidFill>
              </a:rPr>
              <a:t>通过这些进行判断</a:t>
            </a:r>
            <a:r>
              <a:rPr lang="en-US" altLang="zh-CN" sz="1000">
                <a:solidFill>
                  <a:srgbClr val="FF0000"/>
                </a:solidFill>
              </a:rPr>
              <a:t>,</a:t>
            </a:r>
            <a:r>
              <a:rPr lang="zh-CN" altLang="en-US" sz="1000">
                <a:solidFill>
                  <a:srgbClr val="FF0000"/>
                </a:solidFill>
              </a:rPr>
              <a:t>哪个符合处理规则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778FF149-8C26-4607-96D0-07C1237F7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8103" y="-4395201"/>
            <a:ext cx="5156967" cy="553998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A2301714-DD1E-40AA-BAAE-A354F50765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89547" y="220920"/>
            <a:ext cx="5343247" cy="1771782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566A300D-3E30-499B-9511-ACB05BC812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2299" y="5567785"/>
            <a:ext cx="7310310" cy="394005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05FA5974-82E4-440A-9327-2B7E3AF4B665}"/>
              </a:ext>
            </a:extLst>
          </p:cNvPr>
          <p:cNvSpPr txBox="1"/>
          <p:nvPr/>
        </p:nvSpPr>
        <p:spPr>
          <a:xfrm>
            <a:off x="10077183" y="5698036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>
                <a:solidFill>
                  <a:srgbClr val="FF0000"/>
                </a:solidFill>
              </a:rPr>
              <a:t>最终执行这个请求</a:t>
            </a:r>
          </a:p>
        </p:txBody>
      </p:sp>
      <p:cxnSp>
        <p:nvCxnSpPr>
          <p:cNvPr id="79" name="连接符: 曲线 78">
            <a:extLst>
              <a:ext uri="{FF2B5EF4-FFF2-40B4-BE49-F238E27FC236}">
                <a16:creationId xmlns:a16="http://schemas.microsoft.com/office/drawing/2014/main" id="{DC42AC37-B6B4-4A41-856E-BBBB7470DE5C}"/>
              </a:ext>
            </a:extLst>
          </p:cNvPr>
          <p:cNvCxnSpPr/>
          <p:nvPr/>
        </p:nvCxnSpPr>
        <p:spPr>
          <a:xfrm flipV="1">
            <a:off x="10477500" y="5698036"/>
            <a:ext cx="5048250" cy="263754"/>
          </a:xfrm>
          <a:prstGeom prst="curved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7F5C604E-0569-403F-B786-26C6D9914D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0525" y="7009033"/>
            <a:ext cx="6085714" cy="2209524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2CAEBDB-6263-437F-8156-D8B6629E1BBD}"/>
              </a:ext>
            </a:extLst>
          </p:cNvPr>
          <p:cNvCxnSpPr/>
          <p:nvPr/>
        </p:nvCxnSpPr>
        <p:spPr>
          <a:xfrm flipH="1">
            <a:off x="5559917" y="6637080"/>
            <a:ext cx="2369872" cy="721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664156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 latinLnBrk="1">
          <a:defRPr sz="10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主题1" id="{C1362307-8C37-4708-BDD8-3034088B2B84}" vid="{427945C1-03DE-4FCB-9144-F1300B952A1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871</TotalTime>
  <Words>1834</Words>
  <Application>Microsoft Office PowerPoint</Application>
  <PresentationFormat>宽屏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-apple-system</vt:lpstr>
      <vt:lpstr>等线</vt:lpstr>
      <vt:lpstr>等线 Light</vt:lpstr>
      <vt:lpstr>Arial</vt:lpstr>
      <vt:lpstr>Consolas</vt:lpstr>
      <vt:lpstr>主题1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江 豪迪</dc:creator>
  <cp:lastModifiedBy>江 豪迪</cp:lastModifiedBy>
  <cp:revision>20</cp:revision>
  <dcterms:created xsi:type="dcterms:W3CDTF">2021-02-24T03:59:32Z</dcterms:created>
  <dcterms:modified xsi:type="dcterms:W3CDTF">2021-02-28T13:40:07Z</dcterms:modified>
</cp:coreProperties>
</file>